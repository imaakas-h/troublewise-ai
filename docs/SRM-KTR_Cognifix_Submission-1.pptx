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EED4558-6620-4130-9F1E-FF3E1DDCBB86}"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IN"/>
        </a:p>
      </dgm:t>
    </dgm:pt>
    <dgm:pt modelId="{1DABAF95-D65C-4781-8ADE-AEF52526A75C}">
      <dgm:prSet/>
      <dgm:spPr>
        <a:solidFill>
          <a:srgbClr val="CCCCFF"/>
        </a:solidFill>
      </dgm:spPr>
      <dgm:t>
        <a:bodyPr/>
        <a:lstStyle/>
        <a:p>
          <a:r>
            <a:rPr lang="en-IN" b="1" dirty="0">
              <a:solidFill>
                <a:srgbClr val="7030A0"/>
              </a:solidFill>
            </a:rPr>
            <a:t>Problem statement</a:t>
          </a:r>
          <a:endParaRPr lang="en-IN" dirty="0">
            <a:solidFill>
              <a:srgbClr val="7030A0"/>
            </a:solidFill>
          </a:endParaRPr>
        </a:p>
      </dgm:t>
    </dgm:pt>
    <dgm:pt modelId="{53214781-5697-44FD-B1B4-404F4875F869}" type="parTrans" cxnId="{96CD2967-F46E-4BC7-B92A-BB0F1C7E9285}">
      <dgm:prSet/>
      <dgm:spPr/>
      <dgm:t>
        <a:bodyPr/>
        <a:lstStyle/>
        <a:p>
          <a:endParaRPr lang="en-IN"/>
        </a:p>
      </dgm:t>
    </dgm:pt>
    <dgm:pt modelId="{F3C2BF68-F7C5-45E0-B6CD-BC39DC2CAB3B}" type="sibTrans" cxnId="{96CD2967-F46E-4BC7-B92A-BB0F1C7E9285}">
      <dgm:prSet/>
      <dgm:spPr/>
      <dgm:t>
        <a:bodyPr/>
        <a:lstStyle/>
        <a:p>
          <a:endParaRPr lang="en-IN"/>
        </a:p>
      </dgm:t>
    </dgm:pt>
    <dgm:pt modelId="{9A10793E-4415-4167-AEA2-14CCE9A1B5CF}">
      <dgm:prSet/>
      <dgm:spPr>
        <a:solidFill>
          <a:srgbClr val="704EA6"/>
        </a:solidFill>
      </dgm:spPr>
      <dgm:t>
        <a:bodyPr/>
        <a:lstStyle/>
        <a:p>
          <a:r>
            <a:rPr lang="en-IN" b="0" dirty="0"/>
            <a:t>Customers describe issues in vague language </a:t>
          </a:r>
        </a:p>
        <a:p>
          <a:r>
            <a:rPr lang="en-IN" b="0" dirty="0"/>
            <a:t>"screen flickers, battery dies fast" mapping that to exact troubleshooting steps takes 15 min per case across millions of support interactions.</a:t>
          </a:r>
          <a:endParaRPr lang="en-IN" dirty="0"/>
        </a:p>
      </dgm:t>
    </dgm:pt>
    <dgm:pt modelId="{908CDE47-7814-4645-B29E-475E96815D17}" type="parTrans" cxnId="{87DA998B-C884-4840-8F6F-B05A1300E47F}">
      <dgm:prSet/>
      <dgm:spPr/>
      <dgm:t>
        <a:bodyPr/>
        <a:lstStyle/>
        <a:p>
          <a:endParaRPr lang="en-IN"/>
        </a:p>
      </dgm:t>
    </dgm:pt>
    <dgm:pt modelId="{968089D4-CD71-44F5-B741-392407FBD09A}" type="sibTrans" cxnId="{87DA998B-C884-4840-8F6F-B05A1300E47F}">
      <dgm:prSet/>
      <dgm:spPr/>
      <dgm:t>
        <a:bodyPr/>
        <a:lstStyle/>
        <a:p>
          <a:endParaRPr lang="en-IN"/>
        </a:p>
      </dgm:t>
    </dgm:pt>
    <dgm:pt modelId="{D1B2FBD2-5E42-4CE1-BD49-2E749DA4D289}">
      <dgm:prSet/>
      <dgm:spPr>
        <a:solidFill>
          <a:srgbClr val="CCCCFF"/>
        </a:solidFill>
      </dgm:spPr>
      <dgm:t>
        <a:bodyPr/>
        <a:lstStyle/>
        <a:p>
          <a:r>
            <a:rPr lang="en-IN" b="1" dirty="0">
              <a:solidFill>
                <a:srgbClr val="7030A0"/>
              </a:solidFill>
            </a:rPr>
            <a:t>What we built</a:t>
          </a:r>
          <a:endParaRPr lang="en-IN" dirty="0">
            <a:solidFill>
              <a:srgbClr val="7030A0"/>
            </a:solidFill>
          </a:endParaRPr>
        </a:p>
      </dgm:t>
    </dgm:pt>
    <dgm:pt modelId="{848C4A61-9039-498C-8B99-FA922CF4CB59}" type="parTrans" cxnId="{7F1994D8-145F-479D-AF92-0B90C7F40360}">
      <dgm:prSet/>
      <dgm:spPr/>
      <dgm:t>
        <a:bodyPr/>
        <a:lstStyle/>
        <a:p>
          <a:endParaRPr lang="en-IN"/>
        </a:p>
      </dgm:t>
    </dgm:pt>
    <dgm:pt modelId="{9D9CA428-553F-4B33-AAB0-8DDCEDA4EA75}" type="sibTrans" cxnId="{7F1994D8-145F-479D-AF92-0B90C7F40360}">
      <dgm:prSet/>
      <dgm:spPr/>
      <dgm:t>
        <a:bodyPr/>
        <a:lstStyle/>
        <a:p>
          <a:endParaRPr lang="en-IN"/>
        </a:p>
      </dgm:t>
    </dgm:pt>
    <dgm:pt modelId="{8983EDC7-8334-43FE-9890-B87125CD74D4}">
      <dgm:prSet/>
      <dgm:spPr>
        <a:solidFill>
          <a:srgbClr val="704EA6"/>
        </a:solidFill>
      </dgm:spPr>
      <dgm:t>
        <a:bodyPr/>
        <a:lstStyle/>
        <a:p>
          <a:r>
            <a:rPr lang="en-IN" b="0" dirty="0"/>
            <a:t>Query enrichment: raw complaint to canonical technical query</a:t>
          </a:r>
          <a:endParaRPr lang="en-IN" dirty="0"/>
        </a:p>
      </dgm:t>
    </dgm:pt>
    <dgm:pt modelId="{9B45B220-27A6-4CA6-9747-B923AA08656D}" type="parTrans" cxnId="{8C5CCA88-2DF0-468C-B672-8DE7848E3BB2}">
      <dgm:prSet/>
      <dgm:spPr/>
      <dgm:t>
        <a:bodyPr/>
        <a:lstStyle/>
        <a:p>
          <a:endParaRPr lang="en-IN"/>
        </a:p>
      </dgm:t>
    </dgm:pt>
    <dgm:pt modelId="{E99B32A4-02AB-4B70-8BAC-BA54B7C3AF8A}" type="sibTrans" cxnId="{8C5CCA88-2DF0-468C-B672-8DE7848E3BB2}">
      <dgm:prSet/>
      <dgm:spPr/>
      <dgm:t>
        <a:bodyPr/>
        <a:lstStyle/>
        <a:p>
          <a:endParaRPr lang="en-IN"/>
        </a:p>
      </dgm:t>
    </dgm:pt>
    <dgm:pt modelId="{2F8BC941-E22E-47C5-8617-3E64DA20E9B2}">
      <dgm:prSet/>
      <dgm:spPr>
        <a:solidFill>
          <a:srgbClr val="704EA6"/>
        </a:solidFill>
      </dgm:spPr>
      <dgm:t>
        <a:bodyPr/>
        <a:lstStyle/>
        <a:p>
          <a:r>
            <a:rPr lang="en-IN" b="0" dirty="0"/>
            <a:t>Deterministic extraction: SIIS text to ordered Goal / Action / </a:t>
          </a:r>
          <a:r>
            <a:rPr lang="en-IN" b="0" dirty="0" err="1"/>
            <a:t>StepGroup</a:t>
          </a:r>
          <a:r>
            <a:rPr lang="en-IN" b="0" dirty="0"/>
            <a:t>, zero invention</a:t>
          </a:r>
          <a:endParaRPr lang="en-IN" dirty="0"/>
        </a:p>
      </dgm:t>
    </dgm:pt>
    <dgm:pt modelId="{E570C756-A2D0-42E6-AA5E-DD2F9C6DB9F1}" type="parTrans" cxnId="{4A1EDE21-20D3-4ED4-83D4-00042B251268}">
      <dgm:prSet/>
      <dgm:spPr/>
      <dgm:t>
        <a:bodyPr/>
        <a:lstStyle/>
        <a:p>
          <a:endParaRPr lang="en-IN"/>
        </a:p>
      </dgm:t>
    </dgm:pt>
    <dgm:pt modelId="{2F4CFAFD-CCE5-440C-B354-FE408CD8FA5F}" type="sibTrans" cxnId="{4A1EDE21-20D3-4ED4-83D4-00042B251268}">
      <dgm:prSet/>
      <dgm:spPr/>
      <dgm:t>
        <a:bodyPr/>
        <a:lstStyle/>
        <a:p>
          <a:endParaRPr lang="en-IN"/>
        </a:p>
      </dgm:t>
    </dgm:pt>
    <dgm:pt modelId="{C0A82805-D3C9-4C09-AEA4-577D82D89FFC}">
      <dgm:prSet/>
      <dgm:spPr>
        <a:solidFill>
          <a:srgbClr val="704EA6"/>
        </a:solidFill>
      </dgm:spPr>
      <dgm:t>
        <a:bodyPr/>
        <a:lstStyle/>
        <a:p>
          <a:r>
            <a:rPr lang="en-IN" b="0"/>
            <a:t>Hybrid deeplink retrieval: BM25 + TF-IDF matched to exact Settings screens</a:t>
          </a:r>
          <a:endParaRPr lang="en-IN"/>
        </a:p>
      </dgm:t>
    </dgm:pt>
    <dgm:pt modelId="{E415A6E2-F8AB-465F-8B15-76D2F4CB61A3}" type="parTrans" cxnId="{57232FFE-84EA-40A8-BD69-C8D16DA4B4E9}">
      <dgm:prSet/>
      <dgm:spPr/>
      <dgm:t>
        <a:bodyPr/>
        <a:lstStyle/>
        <a:p>
          <a:endParaRPr lang="en-IN"/>
        </a:p>
      </dgm:t>
    </dgm:pt>
    <dgm:pt modelId="{F99E43BF-92A7-42DD-98F1-513E7FA754E0}" type="sibTrans" cxnId="{57232FFE-84EA-40A8-BD69-C8D16DA4B4E9}">
      <dgm:prSet/>
      <dgm:spPr/>
      <dgm:t>
        <a:bodyPr/>
        <a:lstStyle/>
        <a:p>
          <a:endParaRPr lang="en-IN"/>
        </a:p>
      </dgm:t>
    </dgm:pt>
    <dgm:pt modelId="{3AB0D0DD-433E-4CDD-BA74-0930D7FCC97C}">
      <dgm:prSet/>
      <dgm:spPr>
        <a:solidFill>
          <a:srgbClr val="704EA6"/>
        </a:solidFill>
      </dgm:spPr>
      <dgm:t>
        <a:bodyPr/>
        <a:lstStyle/>
        <a:p>
          <a:r>
            <a:rPr lang="en-IN" b="0"/>
            <a:t>Fast-path cache: validated answers in &lt;1ms on repeat / near-duplicate queries</a:t>
          </a:r>
          <a:endParaRPr lang="en-IN"/>
        </a:p>
      </dgm:t>
    </dgm:pt>
    <dgm:pt modelId="{F5DC66DD-9B80-475D-A07B-27A43571B3E8}" type="parTrans" cxnId="{67664349-B7DC-431B-821E-3CFDAEFE600F}">
      <dgm:prSet/>
      <dgm:spPr/>
      <dgm:t>
        <a:bodyPr/>
        <a:lstStyle/>
        <a:p>
          <a:endParaRPr lang="en-IN"/>
        </a:p>
      </dgm:t>
    </dgm:pt>
    <dgm:pt modelId="{4F91A4DA-6E41-4E26-9416-A6E39166BE93}" type="sibTrans" cxnId="{67664349-B7DC-431B-821E-3CFDAEFE600F}">
      <dgm:prSet/>
      <dgm:spPr/>
      <dgm:t>
        <a:bodyPr/>
        <a:lstStyle/>
        <a:p>
          <a:endParaRPr lang="en-IN"/>
        </a:p>
      </dgm:t>
    </dgm:pt>
    <dgm:pt modelId="{E53F38C2-FF89-408D-B022-04FBC2367A5A}">
      <dgm:prSet/>
      <dgm:spPr>
        <a:solidFill>
          <a:srgbClr val="CCCCFF"/>
        </a:solidFill>
      </dgm:spPr>
      <dgm:t>
        <a:bodyPr/>
        <a:lstStyle/>
        <a:p>
          <a:r>
            <a:rPr lang="en-IN" b="1" dirty="0">
              <a:solidFill>
                <a:srgbClr val="7030A0"/>
              </a:solidFill>
            </a:rPr>
            <a:t>Scope &amp; constraints</a:t>
          </a:r>
          <a:endParaRPr lang="en-IN" dirty="0">
            <a:solidFill>
              <a:srgbClr val="7030A0"/>
            </a:solidFill>
          </a:endParaRPr>
        </a:p>
      </dgm:t>
    </dgm:pt>
    <dgm:pt modelId="{EAF1E24D-3AAC-41C4-BCDF-CE276D4AEC66}" type="parTrans" cxnId="{43A83DDD-EEC2-4385-A12C-525BD55695A9}">
      <dgm:prSet/>
      <dgm:spPr/>
      <dgm:t>
        <a:bodyPr/>
        <a:lstStyle/>
        <a:p>
          <a:endParaRPr lang="en-IN"/>
        </a:p>
      </dgm:t>
    </dgm:pt>
    <dgm:pt modelId="{C9275FC8-74EB-4FD7-B628-3C76B8D4F52E}" type="sibTrans" cxnId="{43A83DDD-EEC2-4385-A12C-525BD55695A9}">
      <dgm:prSet/>
      <dgm:spPr/>
      <dgm:t>
        <a:bodyPr/>
        <a:lstStyle/>
        <a:p>
          <a:endParaRPr lang="en-IN"/>
        </a:p>
      </dgm:t>
    </dgm:pt>
    <dgm:pt modelId="{B138DA17-9BF7-44AD-9C62-B0ADAF0380B7}">
      <dgm:prSet/>
      <dgm:spPr>
        <a:solidFill>
          <a:srgbClr val="704EA6"/>
        </a:solidFill>
      </dgm:spPr>
      <dgm:t>
        <a:bodyPr/>
        <a:lstStyle/>
        <a:p>
          <a:r>
            <a:rPr lang="en-IN" b="0" dirty="0"/>
            <a:t>Deliverable: REST API (</a:t>
          </a:r>
          <a:r>
            <a:rPr lang="en-IN" b="0" dirty="0" err="1"/>
            <a:t>FastAPI</a:t>
          </a:r>
          <a:r>
            <a:rPr lang="en-IN" b="0" dirty="0"/>
            <a:t>) returning schema-validated JSON no mobile app</a:t>
          </a:r>
          <a:endParaRPr lang="en-IN" dirty="0"/>
        </a:p>
      </dgm:t>
    </dgm:pt>
    <dgm:pt modelId="{F74CEAF4-E37E-4E85-A47A-48015686380D}" type="parTrans" cxnId="{0350E1DF-4D7E-4321-B0AC-2993CD1BD235}">
      <dgm:prSet/>
      <dgm:spPr/>
      <dgm:t>
        <a:bodyPr/>
        <a:lstStyle/>
        <a:p>
          <a:endParaRPr lang="en-IN"/>
        </a:p>
      </dgm:t>
    </dgm:pt>
    <dgm:pt modelId="{0A232F3C-F63F-49F6-8BBC-D89D8E649587}" type="sibTrans" cxnId="{0350E1DF-4D7E-4321-B0AC-2993CD1BD235}">
      <dgm:prSet/>
      <dgm:spPr/>
      <dgm:t>
        <a:bodyPr/>
        <a:lstStyle/>
        <a:p>
          <a:endParaRPr lang="en-IN"/>
        </a:p>
      </dgm:t>
    </dgm:pt>
    <dgm:pt modelId="{C2032B1D-9F56-4B4A-88E9-08BEA1D8775C}">
      <dgm:prSet/>
      <dgm:spPr>
        <a:solidFill>
          <a:srgbClr val="704EA6"/>
        </a:solidFill>
      </dgm:spPr>
      <dgm:t>
        <a:bodyPr/>
        <a:lstStyle/>
        <a:p>
          <a:r>
            <a:rPr lang="en-IN" b="0"/>
            <a:t>POST /v1/troubleshoot, GET /health per the official contract</a:t>
          </a:r>
          <a:endParaRPr lang="en-IN"/>
        </a:p>
      </dgm:t>
    </dgm:pt>
    <dgm:pt modelId="{9BCF3FA1-2434-4CC9-AFE3-264B8774B319}" type="parTrans" cxnId="{2CCC5F90-2586-458F-A3F7-B05A25E470D0}">
      <dgm:prSet/>
      <dgm:spPr/>
      <dgm:t>
        <a:bodyPr/>
        <a:lstStyle/>
        <a:p>
          <a:endParaRPr lang="en-IN"/>
        </a:p>
      </dgm:t>
    </dgm:pt>
    <dgm:pt modelId="{B2D090D8-A036-4EC7-A8EE-78E43DA679E0}" type="sibTrans" cxnId="{2CCC5F90-2586-458F-A3F7-B05A25E470D0}">
      <dgm:prSet/>
      <dgm:spPr/>
      <dgm:t>
        <a:bodyPr/>
        <a:lstStyle/>
        <a:p>
          <a:endParaRPr lang="en-IN"/>
        </a:p>
      </dgm:t>
    </dgm:pt>
    <dgm:pt modelId="{C152E16F-81B2-477D-B23E-6DCD45FF5BD7}">
      <dgm:prSet/>
      <dgm:spPr>
        <a:solidFill>
          <a:srgbClr val="704EA6"/>
        </a:solidFill>
      </dgm:spPr>
      <dgm:t>
        <a:bodyPr/>
        <a:lstStyle/>
        <a:p>
          <a:r>
            <a:rPr lang="en-IN" b="0" dirty="0"/>
            <a:t>Zero fabricated URLs/URIs </a:t>
          </a:r>
          <a:r>
            <a:rPr lang="en-IN" b="0" dirty="0" err="1"/>
            <a:t>deeplinks</a:t>
          </a:r>
          <a:r>
            <a:rPr lang="en-IN" b="0" dirty="0"/>
            <a:t> copied verbatim from the masked </a:t>
          </a:r>
          <a:r>
            <a:rPr lang="en-IN" b="0" dirty="0" err="1"/>
            <a:t>catalog</a:t>
          </a:r>
          <a:endParaRPr lang="en-IN" dirty="0"/>
        </a:p>
      </dgm:t>
    </dgm:pt>
    <dgm:pt modelId="{4B0F19FD-61C1-482B-9AA4-DB6CEE70FB33}" type="parTrans" cxnId="{F697C5A7-E578-49F8-A4B2-C28CE8B994F6}">
      <dgm:prSet/>
      <dgm:spPr/>
      <dgm:t>
        <a:bodyPr/>
        <a:lstStyle/>
        <a:p>
          <a:endParaRPr lang="en-IN"/>
        </a:p>
      </dgm:t>
    </dgm:pt>
    <dgm:pt modelId="{3CB3AEE4-AEF8-4EC4-969D-3941400E2D43}" type="sibTrans" cxnId="{F697C5A7-E578-49F8-A4B2-C28CE8B994F6}">
      <dgm:prSet/>
      <dgm:spPr/>
      <dgm:t>
        <a:bodyPr/>
        <a:lstStyle/>
        <a:p>
          <a:endParaRPr lang="en-IN"/>
        </a:p>
      </dgm:t>
    </dgm:pt>
    <dgm:pt modelId="{CE2E6A62-F1EB-4C7C-B42E-7F7AEDC8A1DF}" type="pres">
      <dgm:prSet presAssocID="{3EED4558-6620-4130-9F1E-FF3E1DDCBB86}" presName="theList" presStyleCnt="0">
        <dgm:presLayoutVars>
          <dgm:dir/>
          <dgm:animLvl val="lvl"/>
          <dgm:resizeHandles val="exact"/>
        </dgm:presLayoutVars>
      </dgm:prSet>
      <dgm:spPr/>
    </dgm:pt>
    <dgm:pt modelId="{38C46292-70CD-4537-9D86-3BCBAD912840}" type="pres">
      <dgm:prSet presAssocID="{1DABAF95-D65C-4781-8ADE-AEF52526A75C}" presName="compNode" presStyleCnt="0"/>
      <dgm:spPr/>
    </dgm:pt>
    <dgm:pt modelId="{C94E38D4-AAAD-4E86-85CF-41432B73C9AE}" type="pres">
      <dgm:prSet presAssocID="{1DABAF95-D65C-4781-8ADE-AEF52526A75C}" presName="aNode" presStyleLbl="bgShp" presStyleIdx="0" presStyleCnt="3"/>
      <dgm:spPr/>
    </dgm:pt>
    <dgm:pt modelId="{DF5786A8-E1E8-4E41-933D-D79CA3233AC8}" type="pres">
      <dgm:prSet presAssocID="{1DABAF95-D65C-4781-8ADE-AEF52526A75C}" presName="textNode" presStyleLbl="bgShp" presStyleIdx="0" presStyleCnt="3"/>
      <dgm:spPr/>
    </dgm:pt>
    <dgm:pt modelId="{2D3DA0B5-7531-4D92-A514-9FFD25076016}" type="pres">
      <dgm:prSet presAssocID="{1DABAF95-D65C-4781-8ADE-AEF52526A75C}" presName="compChildNode" presStyleCnt="0"/>
      <dgm:spPr/>
    </dgm:pt>
    <dgm:pt modelId="{FD44B397-A017-4ED7-B4DC-B1B69BCCC70A}" type="pres">
      <dgm:prSet presAssocID="{1DABAF95-D65C-4781-8ADE-AEF52526A75C}" presName="theInnerList" presStyleCnt="0"/>
      <dgm:spPr/>
    </dgm:pt>
    <dgm:pt modelId="{9319F47C-11D7-4A22-A806-13E9282934C3}" type="pres">
      <dgm:prSet presAssocID="{9A10793E-4415-4167-AEA2-14CCE9A1B5CF}" presName="childNode" presStyleLbl="node1" presStyleIdx="0" presStyleCnt="8">
        <dgm:presLayoutVars>
          <dgm:bulletEnabled val="1"/>
        </dgm:presLayoutVars>
      </dgm:prSet>
      <dgm:spPr/>
    </dgm:pt>
    <dgm:pt modelId="{0D77E051-98C6-488C-9778-CBF9796CBE84}" type="pres">
      <dgm:prSet presAssocID="{1DABAF95-D65C-4781-8ADE-AEF52526A75C}" presName="aSpace" presStyleCnt="0"/>
      <dgm:spPr/>
    </dgm:pt>
    <dgm:pt modelId="{010AD76C-4EAC-4A09-BCEB-4DB3904F32E7}" type="pres">
      <dgm:prSet presAssocID="{D1B2FBD2-5E42-4CE1-BD49-2E749DA4D289}" presName="compNode" presStyleCnt="0"/>
      <dgm:spPr/>
    </dgm:pt>
    <dgm:pt modelId="{F9122EDA-BFA2-49FD-842F-0353F04B1A73}" type="pres">
      <dgm:prSet presAssocID="{D1B2FBD2-5E42-4CE1-BD49-2E749DA4D289}" presName="aNode" presStyleLbl="bgShp" presStyleIdx="1" presStyleCnt="3"/>
      <dgm:spPr/>
    </dgm:pt>
    <dgm:pt modelId="{369F0B2B-E97B-48E8-9CD9-06B6867935A1}" type="pres">
      <dgm:prSet presAssocID="{D1B2FBD2-5E42-4CE1-BD49-2E749DA4D289}" presName="textNode" presStyleLbl="bgShp" presStyleIdx="1" presStyleCnt="3"/>
      <dgm:spPr/>
    </dgm:pt>
    <dgm:pt modelId="{CE6B6592-00A2-4D23-9815-366C7F7E4E23}" type="pres">
      <dgm:prSet presAssocID="{D1B2FBD2-5E42-4CE1-BD49-2E749DA4D289}" presName="compChildNode" presStyleCnt="0"/>
      <dgm:spPr/>
    </dgm:pt>
    <dgm:pt modelId="{DA1F8FFD-2834-465F-B69A-1C0989B677D5}" type="pres">
      <dgm:prSet presAssocID="{D1B2FBD2-5E42-4CE1-BD49-2E749DA4D289}" presName="theInnerList" presStyleCnt="0"/>
      <dgm:spPr/>
    </dgm:pt>
    <dgm:pt modelId="{8D8FA758-E539-4D77-B7C0-801648A8A251}" type="pres">
      <dgm:prSet presAssocID="{8983EDC7-8334-43FE-9890-B87125CD74D4}" presName="childNode" presStyleLbl="node1" presStyleIdx="1" presStyleCnt="8">
        <dgm:presLayoutVars>
          <dgm:bulletEnabled val="1"/>
        </dgm:presLayoutVars>
      </dgm:prSet>
      <dgm:spPr/>
    </dgm:pt>
    <dgm:pt modelId="{9EDE2C7B-E818-467A-9EAF-5172EA8AEDDA}" type="pres">
      <dgm:prSet presAssocID="{8983EDC7-8334-43FE-9890-B87125CD74D4}" presName="aSpace2" presStyleCnt="0"/>
      <dgm:spPr/>
    </dgm:pt>
    <dgm:pt modelId="{C8F43AFB-AE22-4B30-A584-05E37C422E35}" type="pres">
      <dgm:prSet presAssocID="{2F8BC941-E22E-47C5-8617-3E64DA20E9B2}" presName="childNode" presStyleLbl="node1" presStyleIdx="2" presStyleCnt="8">
        <dgm:presLayoutVars>
          <dgm:bulletEnabled val="1"/>
        </dgm:presLayoutVars>
      </dgm:prSet>
      <dgm:spPr/>
    </dgm:pt>
    <dgm:pt modelId="{9586AF29-C9D4-4295-9473-A740B61B67BB}" type="pres">
      <dgm:prSet presAssocID="{2F8BC941-E22E-47C5-8617-3E64DA20E9B2}" presName="aSpace2" presStyleCnt="0"/>
      <dgm:spPr/>
    </dgm:pt>
    <dgm:pt modelId="{3AD4E568-7760-4B32-8278-F86AB7DC200B}" type="pres">
      <dgm:prSet presAssocID="{C0A82805-D3C9-4C09-AEA4-577D82D89FFC}" presName="childNode" presStyleLbl="node1" presStyleIdx="3" presStyleCnt="8">
        <dgm:presLayoutVars>
          <dgm:bulletEnabled val="1"/>
        </dgm:presLayoutVars>
      </dgm:prSet>
      <dgm:spPr/>
    </dgm:pt>
    <dgm:pt modelId="{1CC675F3-345F-4CB5-B45F-5EAEE0807AE4}" type="pres">
      <dgm:prSet presAssocID="{C0A82805-D3C9-4C09-AEA4-577D82D89FFC}" presName="aSpace2" presStyleCnt="0"/>
      <dgm:spPr/>
    </dgm:pt>
    <dgm:pt modelId="{0D892923-BEC8-43AA-8943-13CA15B25D55}" type="pres">
      <dgm:prSet presAssocID="{3AB0D0DD-433E-4CDD-BA74-0930D7FCC97C}" presName="childNode" presStyleLbl="node1" presStyleIdx="4" presStyleCnt="8">
        <dgm:presLayoutVars>
          <dgm:bulletEnabled val="1"/>
        </dgm:presLayoutVars>
      </dgm:prSet>
      <dgm:spPr/>
    </dgm:pt>
    <dgm:pt modelId="{B022A17D-CE73-426A-8207-11B25C8A4C3E}" type="pres">
      <dgm:prSet presAssocID="{D1B2FBD2-5E42-4CE1-BD49-2E749DA4D289}" presName="aSpace" presStyleCnt="0"/>
      <dgm:spPr/>
    </dgm:pt>
    <dgm:pt modelId="{020F4E9F-F692-4DB4-8888-209F1FE129FF}" type="pres">
      <dgm:prSet presAssocID="{E53F38C2-FF89-408D-B022-04FBC2367A5A}" presName="compNode" presStyleCnt="0"/>
      <dgm:spPr/>
    </dgm:pt>
    <dgm:pt modelId="{3DA3A061-3928-473C-A651-243425DE3B87}" type="pres">
      <dgm:prSet presAssocID="{E53F38C2-FF89-408D-B022-04FBC2367A5A}" presName="aNode" presStyleLbl="bgShp" presStyleIdx="2" presStyleCnt="3"/>
      <dgm:spPr/>
    </dgm:pt>
    <dgm:pt modelId="{A5DF271C-9BA2-4D01-845F-CC0915B83426}" type="pres">
      <dgm:prSet presAssocID="{E53F38C2-FF89-408D-B022-04FBC2367A5A}" presName="textNode" presStyleLbl="bgShp" presStyleIdx="2" presStyleCnt="3"/>
      <dgm:spPr/>
    </dgm:pt>
    <dgm:pt modelId="{14E97184-F55E-4F47-B105-0FC8A8FE8423}" type="pres">
      <dgm:prSet presAssocID="{E53F38C2-FF89-408D-B022-04FBC2367A5A}" presName="compChildNode" presStyleCnt="0"/>
      <dgm:spPr/>
    </dgm:pt>
    <dgm:pt modelId="{62722EEC-51A5-4B71-BCBE-87276DC6F9EC}" type="pres">
      <dgm:prSet presAssocID="{E53F38C2-FF89-408D-B022-04FBC2367A5A}" presName="theInnerList" presStyleCnt="0"/>
      <dgm:spPr/>
    </dgm:pt>
    <dgm:pt modelId="{10EFD250-A78D-471A-8C5D-A89A09FD0AFB}" type="pres">
      <dgm:prSet presAssocID="{B138DA17-9BF7-44AD-9C62-B0ADAF0380B7}" presName="childNode" presStyleLbl="node1" presStyleIdx="5" presStyleCnt="8">
        <dgm:presLayoutVars>
          <dgm:bulletEnabled val="1"/>
        </dgm:presLayoutVars>
      </dgm:prSet>
      <dgm:spPr/>
    </dgm:pt>
    <dgm:pt modelId="{0DD43FEC-647A-435D-BF20-4B5146E072B3}" type="pres">
      <dgm:prSet presAssocID="{B138DA17-9BF7-44AD-9C62-B0ADAF0380B7}" presName="aSpace2" presStyleCnt="0"/>
      <dgm:spPr/>
    </dgm:pt>
    <dgm:pt modelId="{6A8C8DE9-E465-467E-86F5-C7F0946DEBBF}" type="pres">
      <dgm:prSet presAssocID="{C2032B1D-9F56-4B4A-88E9-08BEA1D8775C}" presName="childNode" presStyleLbl="node1" presStyleIdx="6" presStyleCnt="8">
        <dgm:presLayoutVars>
          <dgm:bulletEnabled val="1"/>
        </dgm:presLayoutVars>
      </dgm:prSet>
      <dgm:spPr/>
    </dgm:pt>
    <dgm:pt modelId="{35CCA0E1-2425-42E7-9575-05911E2F8481}" type="pres">
      <dgm:prSet presAssocID="{C2032B1D-9F56-4B4A-88E9-08BEA1D8775C}" presName="aSpace2" presStyleCnt="0"/>
      <dgm:spPr/>
    </dgm:pt>
    <dgm:pt modelId="{D3C35A3B-C2F9-4AEB-B3D5-6D8519B4B8E5}" type="pres">
      <dgm:prSet presAssocID="{C152E16F-81B2-477D-B23E-6DCD45FF5BD7}" presName="childNode" presStyleLbl="node1" presStyleIdx="7" presStyleCnt="8">
        <dgm:presLayoutVars>
          <dgm:bulletEnabled val="1"/>
        </dgm:presLayoutVars>
      </dgm:prSet>
      <dgm:spPr/>
    </dgm:pt>
  </dgm:ptLst>
  <dgm:cxnLst>
    <dgm:cxn modelId="{BD6AEA02-1F89-4BCE-B6E6-03C0495DE0FE}" type="presOf" srcId="{1DABAF95-D65C-4781-8ADE-AEF52526A75C}" destId="{DF5786A8-E1E8-4E41-933D-D79CA3233AC8}" srcOrd="1" destOrd="0" presId="urn:microsoft.com/office/officeart/2005/8/layout/lProcess2"/>
    <dgm:cxn modelId="{13057404-4C66-4A3E-B954-2436E39E9629}" type="presOf" srcId="{C0A82805-D3C9-4C09-AEA4-577D82D89FFC}" destId="{3AD4E568-7760-4B32-8278-F86AB7DC200B}" srcOrd="0" destOrd="0" presId="urn:microsoft.com/office/officeart/2005/8/layout/lProcess2"/>
    <dgm:cxn modelId="{4A1EDE21-20D3-4ED4-83D4-00042B251268}" srcId="{D1B2FBD2-5E42-4CE1-BD49-2E749DA4D289}" destId="{2F8BC941-E22E-47C5-8617-3E64DA20E9B2}" srcOrd="1" destOrd="0" parTransId="{E570C756-A2D0-42E6-AA5E-DD2F9C6DB9F1}" sibTransId="{2F4CFAFD-CCE5-440C-B354-FE408CD8FA5F}"/>
    <dgm:cxn modelId="{B0B9B135-50EC-455A-AD05-C9735E453339}" type="presOf" srcId="{E53F38C2-FF89-408D-B022-04FBC2367A5A}" destId="{A5DF271C-9BA2-4D01-845F-CC0915B83426}" srcOrd="1" destOrd="0" presId="urn:microsoft.com/office/officeart/2005/8/layout/lProcess2"/>
    <dgm:cxn modelId="{5F36B63E-A516-4343-B171-5DA366843022}" type="presOf" srcId="{8983EDC7-8334-43FE-9890-B87125CD74D4}" destId="{8D8FA758-E539-4D77-B7C0-801648A8A251}" srcOrd="0" destOrd="0" presId="urn:microsoft.com/office/officeart/2005/8/layout/lProcess2"/>
    <dgm:cxn modelId="{731C933F-1007-4A7C-9748-4A19C5DB1B00}" type="presOf" srcId="{C2032B1D-9F56-4B4A-88E9-08BEA1D8775C}" destId="{6A8C8DE9-E465-467E-86F5-C7F0946DEBBF}" srcOrd="0" destOrd="0" presId="urn:microsoft.com/office/officeart/2005/8/layout/lProcess2"/>
    <dgm:cxn modelId="{D5990067-E845-4B59-A496-9A9BE8B09F46}" type="presOf" srcId="{E53F38C2-FF89-408D-B022-04FBC2367A5A}" destId="{3DA3A061-3928-473C-A651-243425DE3B87}" srcOrd="0" destOrd="0" presId="urn:microsoft.com/office/officeart/2005/8/layout/lProcess2"/>
    <dgm:cxn modelId="{96CD2967-F46E-4BC7-B92A-BB0F1C7E9285}" srcId="{3EED4558-6620-4130-9F1E-FF3E1DDCBB86}" destId="{1DABAF95-D65C-4781-8ADE-AEF52526A75C}" srcOrd="0" destOrd="0" parTransId="{53214781-5697-44FD-B1B4-404F4875F869}" sibTransId="{F3C2BF68-F7C5-45E0-B6CD-BC39DC2CAB3B}"/>
    <dgm:cxn modelId="{7AE31F68-F0B3-44AC-8D33-142886EC8E0B}" type="presOf" srcId="{2F8BC941-E22E-47C5-8617-3E64DA20E9B2}" destId="{C8F43AFB-AE22-4B30-A584-05E37C422E35}" srcOrd="0" destOrd="0" presId="urn:microsoft.com/office/officeart/2005/8/layout/lProcess2"/>
    <dgm:cxn modelId="{67664349-B7DC-431B-821E-3CFDAEFE600F}" srcId="{D1B2FBD2-5E42-4CE1-BD49-2E749DA4D289}" destId="{3AB0D0DD-433E-4CDD-BA74-0930D7FCC97C}" srcOrd="3" destOrd="0" parTransId="{F5DC66DD-9B80-475D-A07B-27A43571B3E8}" sibTransId="{4F91A4DA-6E41-4E26-9416-A6E39166BE93}"/>
    <dgm:cxn modelId="{0C621A4F-8F2E-4335-AA1E-BC056B615ECC}" type="presOf" srcId="{3AB0D0DD-433E-4CDD-BA74-0930D7FCC97C}" destId="{0D892923-BEC8-43AA-8943-13CA15B25D55}" srcOrd="0" destOrd="0" presId="urn:microsoft.com/office/officeart/2005/8/layout/lProcess2"/>
    <dgm:cxn modelId="{FA13C954-7700-4508-955B-34BE26D9F659}" type="presOf" srcId="{D1B2FBD2-5E42-4CE1-BD49-2E749DA4D289}" destId="{F9122EDA-BFA2-49FD-842F-0353F04B1A73}" srcOrd="0" destOrd="0" presId="urn:microsoft.com/office/officeart/2005/8/layout/lProcess2"/>
    <dgm:cxn modelId="{8C5CCA88-2DF0-468C-B672-8DE7848E3BB2}" srcId="{D1B2FBD2-5E42-4CE1-BD49-2E749DA4D289}" destId="{8983EDC7-8334-43FE-9890-B87125CD74D4}" srcOrd="0" destOrd="0" parTransId="{9B45B220-27A6-4CA6-9747-B923AA08656D}" sibTransId="{E99B32A4-02AB-4B70-8BAC-BA54B7C3AF8A}"/>
    <dgm:cxn modelId="{87DA998B-C884-4840-8F6F-B05A1300E47F}" srcId="{1DABAF95-D65C-4781-8ADE-AEF52526A75C}" destId="{9A10793E-4415-4167-AEA2-14CCE9A1B5CF}" srcOrd="0" destOrd="0" parTransId="{908CDE47-7814-4645-B29E-475E96815D17}" sibTransId="{968089D4-CD71-44F5-B741-392407FBD09A}"/>
    <dgm:cxn modelId="{2CCC5F90-2586-458F-A3F7-B05A25E470D0}" srcId="{E53F38C2-FF89-408D-B022-04FBC2367A5A}" destId="{C2032B1D-9F56-4B4A-88E9-08BEA1D8775C}" srcOrd="1" destOrd="0" parTransId="{9BCF3FA1-2434-4CC9-AFE3-264B8774B319}" sibTransId="{B2D090D8-A036-4EC7-A8EE-78E43DA679E0}"/>
    <dgm:cxn modelId="{47EC4192-3F46-459A-B802-D563D7C9BCA1}" type="presOf" srcId="{1DABAF95-D65C-4781-8ADE-AEF52526A75C}" destId="{C94E38D4-AAAD-4E86-85CF-41432B73C9AE}" srcOrd="0" destOrd="0" presId="urn:microsoft.com/office/officeart/2005/8/layout/lProcess2"/>
    <dgm:cxn modelId="{F697C5A7-E578-49F8-A4B2-C28CE8B994F6}" srcId="{E53F38C2-FF89-408D-B022-04FBC2367A5A}" destId="{C152E16F-81B2-477D-B23E-6DCD45FF5BD7}" srcOrd="2" destOrd="0" parTransId="{4B0F19FD-61C1-482B-9AA4-DB6CEE70FB33}" sibTransId="{3CB3AEE4-AEF8-4EC4-969D-3941400E2D43}"/>
    <dgm:cxn modelId="{16585CBD-56BD-4950-9A8A-9FE9EA303D08}" type="presOf" srcId="{D1B2FBD2-5E42-4CE1-BD49-2E749DA4D289}" destId="{369F0B2B-E97B-48E8-9CD9-06B6867935A1}" srcOrd="1" destOrd="0" presId="urn:microsoft.com/office/officeart/2005/8/layout/lProcess2"/>
    <dgm:cxn modelId="{14177BC2-598E-4BE5-B4B8-D4BD978FFBC4}" type="presOf" srcId="{3EED4558-6620-4130-9F1E-FF3E1DDCBB86}" destId="{CE2E6A62-F1EB-4C7C-B42E-7F7AEDC8A1DF}" srcOrd="0" destOrd="0" presId="urn:microsoft.com/office/officeart/2005/8/layout/lProcess2"/>
    <dgm:cxn modelId="{05B2BDC2-628A-4045-B9E5-E5923EC9B7C4}" type="presOf" srcId="{9A10793E-4415-4167-AEA2-14CCE9A1B5CF}" destId="{9319F47C-11D7-4A22-A806-13E9282934C3}" srcOrd="0" destOrd="0" presId="urn:microsoft.com/office/officeart/2005/8/layout/lProcess2"/>
    <dgm:cxn modelId="{0CE244C6-4860-4B29-A6DD-F87CD44C1559}" type="presOf" srcId="{B138DA17-9BF7-44AD-9C62-B0ADAF0380B7}" destId="{10EFD250-A78D-471A-8C5D-A89A09FD0AFB}" srcOrd="0" destOrd="0" presId="urn:microsoft.com/office/officeart/2005/8/layout/lProcess2"/>
    <dgm:cxn modelId="{7F1994D8-145F-479D-AF92-0B90C7F40360}" srcId="{3EED4558-6620-4130-9F1E-FF3E1DDCBB86}" destId="{D1B2FBD2-5E42-4CE1-BD49-2E749DA4D289}" srcOrd="1" destOrd="0" parTransId="{848C4A61-9039-498C-8B99-FA922CF4CB59}" sibTransId="{9D9CA428-553F-4B33-AAB0-8DDCEDA4EA75}"/>
    <dgm:cxn modelId="{43A83DDD-EEC2-4385-A12C-525BD55695A9}" srcId="{3EED4558-6620-4130-9F1E-FF3E1DDCBB86}" destId="{E53F38C2-FF89-408D-B022-04FBC2367A5A}" srcOrd="2" destOrd="0" parTransId="{EAF1E24D-3AAC-41C4-BCDF-CE276D4AEC66}" sibTransId="{C9275FC8-74EB-4FD7-B628-3C76B8D4F52E}"/>
    <dgm:cxn modelId="{0350E1DF-4D7E-4321-B0AC-2993CD1BD235}" srcId="{E53F38C2-FF89-408D-B022-04FBC2367A5A}" destId="{B138DA17-9BF7-44AD-9C62-B0ADAF0380B7}" srcOrd="0" destOrd="0" parTransId="{F74CEAF4-E37E-4E85-A47A-48015686380D}" sibTransId="{0A232F3C-F63F-49F6-8BBC-D89D8E649587}"/>
    <dgm:cxn modelId="{F29F9AEC-6366-4BAA-AA0E-1E3F27E4ABF5}" type="presOf" srcId="{C152E16F-81B2-477D-B23E-6DCD45FF5BD7}" destId="{D3C35A3B-C2F9-4AEB-B3D5-6D8519B4B8E5}" srcOrd="0" destOrd="0" presId="urn:microsoft.com/office/officeart/2005/8/layout/lProcess2"/>
    <dgm:cxn modelId="{57232FFE-84EA-40A8-BD69-C8D16DA4B4E9}" srcId="{D1B2FBD2-5E42-4CE1-BD49-2E749DA4D289}" destId="{C0A82805-D3C9-4C09-AEA4-577D82D89FFC}" srcOrd="2" destOrd="0" parTransId="{E415A6E2-F8AB-465F-8B15-76D2F4CB61A3}" sibTransId="{F99E43BF-92A7-42DD-98F1-513E7FA754E0}"/>
    <dgm:cxn modelId="{57E0C8F0-7F26-460A-9910-5D6C013A65C1}" type="presParOf" srcId="{CE2E6A62-F1EB-4C7C-B42E-7F7AEDC8A1DF}" destId="{38C46292-70CD-4537-9D86-3BCBAD912840}" srcOrd="0" destOrd="0" presId="urn:microsoft.com/office/officeart/2005/8/layout/lProcess2"/>
    <dgm:cxn modelId="{6F4A51AF-DABC-4C2A-8A4A-2A184855D01E}" type="presParOf" srcId="{38C46292-70CD-4537-9D86-3BCBAD912840}" destId="{C94E38D4-AAAD-4E86-85CF-41432B73C9AE}" srcOrd="0" destOrd="0" presId="urn:microsoft.com/office/officeart/2005/8/layout/lProcess2"/>
    <dgm:cxn modelId="{0E7611C4-E494-4E46-8B51-AB32C1F2F8C3}" type="presParOf" srcId="{38C46292-70CD-4537-9D86-3BCBAD912840}" destId="{DF5786A8-E1E8-4E41-933D-D79CA3233AC8}" srcOrd="1" destOrd="0" presId="urn:microsoft.com/office/officeart/2005/8/layout/lProcess2"/>
    <dgm:cxn modelId="{2E97C1E9-370C-4818-8505-EBBA602F5B45}" type="presParOf" srcId="{38C46292-70CD-4537-9D86-3BCBAD912840}" destId="{2D3DA0B5-7531-4D92-A514-9FFD25076016}" srcOrd="2" destOrd="0" presId="urn:microsoft.com/office/officeart/2005/8/layout/lProcess2"/>
    <dgm:cxn modelId="{2496C282-24F8-4892-BB09-872DC871361F}" type="presParOf" srcId="{2D3DA0B5-7531-4D92-A514-9FFD25076016}" destId="{FD44B397-A017-4ED7-B4DC-B1B69BCCC70A}" srcOrd="0" destOrd="0" presId="urn:microsoft.com/office/officeart/2005/8/layout/lProcess2"/>
    <dgm:cxn modelId="{31A9E1E8-0B0A-4F49-A0A8-8CEB434F52AF}" type="presParOf" srcId="{FD44B397-A017-4ED7-B4DC-B1B69BCCC70A}" destId="{9319F47C-11D7-4A22-A806-13E9282934C3}" srcOrd="0" destOrd="0" presId="urn:microsoft.com/office/officeart/2005/8/layout/lProcess2"/>
    <dgm:cxn modelId="{57F48C91-2CC9-454F-A1F9-7CC034200574}" type="presParOf" srcId="{CE2E6A62-F1EB-4C7C-B42E-7F7AEDC8A1DF}" destId="{0D77E051-98C6-488C-9778-CBF9796CBE84}" srcOrd="1" destOrd="0" presId="urn:microsoft.com/office/officeart/2005/8/layout/lProcess2"/>
    <dgm:cxn modelId="{44C59056-94B0-4465-95DC-EE0FDDD6E708}" type="presParOf" srcId="{CE2E6A62-F1EB-4C7C-B42E-7F7AEDC8A1DF}" destId="{010AD76C-4EAC-4A09-BCEB-4DB3904F32E7}" srcOrd="2" destOrd="0" presId="urn:microsoft.com/office/officeart/2005/8/layout/lProcess2"/>
    <dgm:cxn modelId="{79274730-50E6-4ED5-B4C7-DB0280066F24}" type="presParOf" srcId="{010AD76C-4EAC-4A09-BCEB-4DB3904F32E7}" destId="{F9122EDA-BFA2-49FD-842F-0353F04B1A73}" srcOrd="0" destOrd="0" presId="urn:microsoft.com/office/officeart/2005/8/layout/lProcess2"/>
    <dgm:cxn modelId="{8C4282B8-CE1F-45D0-A381-77E0CDCEA7FD}" type="presParOf" srcId="{010AD76C-4EAC-4A09-BCEB-4DB3904F32E7}" destId="{369F0B2B-E97B-48E8-9CD9-06B6867935A1}" srcOrd="1" destOrd="0" presId="urn:microsoft.com/office/officeart/2005/8/layout/lProcess2"/>
    <dgm:cxn modelId="{8BA4199F-771B-49F9-B9F4-A45D314A16EF}" type="presParOf" srcId="{010AD76C-4EAC-4A09-BCEB-4DB3904F32E7}" destId="{CE6B6592-00A2-4D23-9815-366C7F7E4E23}" srcOrd="2" destOrd="0" presId="urn:microsoft.com/office/officeart/2005/8/layout/lProcess2"/>
    <dgm:cxn modelId="{331967E0-B095-4902-8C9D-8B9480798624}" type="presParOf" srcId="{CE6B6592-00A2-4D23-9815-366C7F7E4E23}" destId="{DA1F8FFD-2834-465F-B69A-1C0989B677D5}" srcOrd="0" destOrd="0" presId="urn:microsoft.com/office/officeart/2005/8/layout/lProcess2"/>
    <dgm:cxn modelId="{8C6ECC59-3C93-4819-B765-F77677AE522B}" type="presParOf" srcId="{DA1F8FFD-2834-465F-B69A-1C0989B677D5}" destId="{8D8FA758-E539-4D77-B7C0-801648A8A251}" srcOrd="0" destOrd="0" presId="urn:microsoft.com/office/officeart/2005/8/layout/lProcess2"/>
    <dgm:cxn modelId="{86797F5E-9319-4FBC-BE2B-E1646B058357}" type="presParOf" srcId="{DA1F8FFD-2834-465F-B69A-1C0989B677D5}" destId="{9EDE2C7B-E818-467A-9EAF-5172EA8AEDDA}" srcOrd="1" destOrd="0" presId="urn:microsoft.com/office/officeart/2005/8/layout/lProcess2"/>
    <dgm:cxn modelId="{6067821B-9C15-403C-A2E1-837FBFC0CCBD}" type="presParOf" srcId="{DA1F8FFD-2834-465F-B69A-1C0989B677D5}" destId="{C8F43AFB-AE22-4B30-A584-05E37C422E35}" srcOrd="2" destOrd="0" presId="urn:microsoft.com/office/officeart/2005/8/layout/lProcess2"/>
    <dgm:cxn modelId="{4EB9A58E-33EB-4467-A380-FA11845CB061}" type="presParOf" srcId="{DA1F8FFD-2834-465F-B69A-1C0989B677D5}" destId="{9586AF29-C9D4-4295-9473-A740B61B67BB}" srcOrd="3" destOrd="0" presId="urn:microsoft.com/office/officeart/2005/8/layout/lProcess2"/>
    <dgm:cxn modelId="{A0C64E30-4CDA-49C5-880E-B880BE553DF1}" type="presParOf" srcId="{DA1F8FFD-2834-465F-B69A-1C0989B677D5}" destId="{3AD4E568-7760-4B32-8278-F86AB7DC200B}" srcOrd="4" destOrd="0" presId="urn:microsoft.com/office/officeart/2005/8/layout/lProcess2"/>
    <dgm:cxn modelId="{B2A608E7-0E6F-4575-AB81-EE862FE104A3}" type="presParOf" srcId="{DA1F8FFD-2834-465F-B69A-1C0989B677D5}" destId="{1CC675F3-345F-4CB5-B45F-5EAEE0807AE4}" srcOrd="5" destOrd="0" presId="urn:microsoft.com/office/officeart/2005/8/layout/lProcess2"/>
    <dgm:cxn modelId="{70871373-5B63-43B5-9996-38899C9C9566}" type="presParOf" srcId="{DA1F8FFD-2834-465F-B69A-1C0989B677D5}" destId="{0D892923-BEC8-43AA-8943-13CA15B25D55}" srcOrd="6" destOrd="0" presId="urn:microsoft.com/office/officeart/2005/8/layout/lProcess2"/>
    <dgm:cxn modelId="{9F6491E6-74D0-4F8F-9710-3757010799DF}" type="presParOf" srcId="{CE2E6A62-F1EB-4C7C-B42E-7F7AEDC8A1DF}" destId="{B022A17D-CE73-426A-8207-11B25C8A4C3E}" srcOrd="3" destOrd="0" presId="urn:microsoft.com/office/officeart/2005/8/layout/lProcess2"/>
    <dgm:cxn modelId="{B04174BF-6FA1-4C5B-AE03-47E97DCF72D7}" type="presParOf" srcId="{CE2E6A62-F1EB-4C7C-B42E-7F7AEDC8A1DF}" destId="{020F4E9F-F692-4DB4-8888-209F1FE129FF}" srcOrd="4" destOrd="0" presId="urn:microsoft.com/office/officeart/2005/8/layout/lProcess2"/>
    <dgm:cxn modelId="{E7B2E1AB-E7E1-44CC-A766-CBD75583F635}" type="presParOf" srcId="{020F4E9F-F692-4DB4-8888-209F1FE129FF}" destId="{3DA3A061-3928-473C-A651-243425DE3B87}" srcOrd="0" destOrd="0" presId="urn:microsoft.com/office/officeart/2005/8/layout/lProcess2"/>
    <dgm:cxn modelId="{9BCC74D6-5935-4376-892F-5348A7BAD84D}" type="presParOf" srcId="{020F4E9F-F692-4DB4-8888-209F1FE129FF}" destId="{A5DF271C-9BA2-4D01-845F-CC0915B83426}" srcOrd="1" destOrd="0" presId="urn:microsoft.com/office/officeart/2005/8/layout/lProcess2"/>
    <dgm:cxn modelId="{FD29AD64-355C-4220-9750-2A5AB8824B50}" type="presParOf" srcId="{020F4E9F-F692-4DB4-8888-209F1FE129FF}" destId="{14E97184-F55E-4F47-B105-0FC8A8FE8423}" srcOrd="2" destOrd="0" presId="urn:microsoft.com/office/officeart/2005/8/layout/lProcess2"/>
    <dgm:cxn modelId="{5E7B3A68-796E-49AD-B498-310047CDE8AC}" type="presParOf" srcId="{14E97184-F55E-4F47-B105-0FC8A8FE8423}" destId="{62722EEC-51A5-4B71-BCBE-87276DC6F9EC}" srcOrd="0" destOrd="0" presId="urn:microsoft.com/office/officeart/2005/8/layout/lProcess2"/>
    <dgm:cxn modelId="{9C97A0DE-F6EB-4944-9FFE-98F1F05A4547}" type="presParOf" srcId="{62722EEC-51A5-4B71-BCBE-87276DC6F9EC}" destId="{10EFD250-A78D-471A-8C5D-A89A09FD0AFB}" srcOrd="0" destOrd="0" presId="urn:microsoft.com/office/officeart/2005/8/layout/lProcess2"/>
    <dgm:cxn modelId="{6FC5D93A-066B-4A9A-930E-53923B8FA8C0}" type="presParOf" srcId="{62722EEC-51A5-4B71-BCBE-87276DC6F9EC}" destId="{0DD43FEC-647A-435D-BF20-4B5146E072B3}" srcOrd="1" destOrd="0" presId="urn:microsoft.com/office/officeart/2005/8/layout/lProcess2"/>
    <dgm:cxn modelId="{BEF0C3D6-AF97-478E-8343-A48BF333CC8A}" type="presParOf" srcId="{62722EEC-51A5-4B71-BCBE-87276DC6F9EC}" destId="{6A8C8DE9-E465-467E-86F5-C7F0946DEBBF}" srcOrd="2" destOrd="0" presId="urn:microsoft.com/office/officeart/2005/8/layout/lProcess2"/>
    <dgm:cxn modelId="{0C1FAF66-1DB9-4021-B338-3F54F4D421BC}" type="presParOf" srcId="{62722EEC-51A5-4B71-BCBE-87276DC6F9EC}" destId="{35CCA0E1-2425-42E7-9575-05911E2F8481}" srcOrd="3" destOrd="0" presId="urn:microsoft.com/office/officeart/2005/8/layout/lProcess2"/>
    <dgm:cxn modelId="{3E804265-833B-4A2C-93D9-C22D1D80672F}" type="presParOf" srcId="{62722EEC-51A5-4B71-BCBE-87276DC6F9EC}" destId="{D3C35A3B-C2F9-4AEB-B3D5-6D8519B4B8E5}"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8040A0-9BCA-40D4-BAFF-989D868984C4}"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IN"/>
        </a:p>
      </dgm:t>
    </dgm:pt>
    <dgm:pt modelId="{CBD3CDC8-D961-42FF-B039-B41753E99571}">
      <dgm:prSet/>
      <dgm:spPr>
        <a:solidFill>
          <a:srgbClr val="704EA6"/>
        </a:solidFill>
      </dgm:spPr>
      <dgm:t>
        <a:bodyPr/>
        <a:lstStyle/>
        <a:p>
          <a:r>
            <a:rPr lang="en-IN" b="1"/>
            <a:t>Today</a:t>
          </a:r>
          <a:endParaRPr lang="en-IN"/>
        </a:p>
      </dgm:t>
    </dgm:pt>
    <dgm:pt modelId="{27401CCC-89BD-4F1C-A127-191F0FBD6161}" type="parTrans" cxnId="{9402EE9B-8331-4EF8-A643-67DBDAEF3F3E}">
      <dgm:prSet/>
      <dgm:spPr/>
      <dgm:t>
        <a:bodyPr/>
        <a:lstStyle/>
        <a:p>
          <a:endParaRPr lang="en-IN"/>
        </a:p>
      </dgm:t>
    </dgm:pt>
    <dgm:pt modelId="{EB50052C-0F9E-44DF-8C16-7F9A1A1CEEDC}" type="sibTrans" cxnId="{9402EE9B-8331-4EF8-A643-67DBDAEF3F3E}">
      <dgm:prSet/>
      <dgm:spPr/>
      <dgm:t>
        <a:bodyPr/>
        <a:lstStyle/>
        <a:p>
          <a:endParaRPr lang="en-IN"/>
        </a:p>
      </dgm:t>
    </dgm:pt>
    <dgm:pt modelId="{5236D8E4-938C-4C65-AA8E-7C31E0B029EB}">
      <dgm:prSet/>
      <dgm:spPr>
        <a:solidFill>
          <a:srgbClr val="CCCCFF">
            <a:alpha val="90000"/>
          </a:srgbClr>
        </a:solidFill>
      </dgm:spPr>
      <dgm:t>
        <a:bodyPr/>
        <a:lstStyle/>
        <a:p>
          <a:r>
            <a:rPr lang="en-IN" b="0" dirty="0"/>
            <a:t>A support agent reads unstructured SIIS articles, mentally maps steps </a:t>
          </a:r>
          <a:endParaRPr lang="en-IN" dirty="0"/>
        </a:p>
      </dgm:t>
    </dgm:pt>
    <dgm:pt modelId="{7B460F21-EF1D-4764-B689-AAB27B87F40E}" type="parTrans" cxnId="{2CE57838-5FAB-4973-A81F-19D68F43C0F8}">
      <dgm:prSet/>
      <dgm:spPr/>
      <dgm:t>
        <a:bodyPr/>
        <a:lstStyle/>
        <a:p>
          <a:endParaRPr lang="en-IN"/>
        </a:p>
      </dgm:t>
    </dgm:pt>
    <dgm:pt modelId="{BAA3AD89-92C7-4EA1-9CCB-12FB35101D23}" type="sibTrans" cxnId="{2CE57838-5FAB-4973-A81F-19D68F43C0F8}">
      <dgm:prSet/>
      <dgm:spPr/>
      <dgm:t>
        <a:bodyPr/>
        <a:lstStyle/>
        <a:p>
          <a:endParaRPr lang="en-IN"/>
        </a:p>
      </dgm:t>
    </dgm:pt>
    <dgm:pt modelId="{2A806759-BCC4-45EF-B951-66FCE419E3D0}">
      <dgm:prSet/>
      <dgm:spPr>
        <a:solidFill>
          <a:srgbClr val="704EA6"/>
        </a:solidFill>
      </dgm:spPr>
      <dgm:t>
        <a:bodyPr/>
        <a:lstStyle/>
        <a:p>
          <a:r>
            <a:rPr lang="en-IN" b="1"/>
            <a:t>Generic RAG chatbots</a:t>
          </a:r>
          <a:endParaRPr lang="en-IN"/>
        </a:p>
      </dgm:t>
    </dgm:pt>
    <dgm:pt modelId="{FD9D02C1-0B88-45B3-9174-E4F60CF36341}" type="parTrans" cxnId="{B108BC12-002F-486F-AEC5-10BF08457A21}">
      <dgm:prSet/>
      <dgm:spPr/>
      <dgm:t>
        <a:bodyPr/>
        <a:lstStyle/>
        <a:p>
          <a:endParaRPr lang="en-IN"/>
        </a:p>
      </dgm:t>
    </dgm:pt>
    <dgm:pt modelId="{C14A369E-FAFD-4410-97CA-78E9A6668862}" type="sibTrans" cxnId="{B108BC12-002F-486F-AEC5-10BF08457A21}">
      <dgm:prSet/>
      <dgm:spPr/>
      <dgm:t>
        <a:bodyPr/>
        <a:lstStyle/>
        <a:p>
          <a:endParaRPr lang="en-IN"/>
        </a:p>
      </dgm:t>
    </dgm:pt>
    <dgm:pt modelId="{6F398F30-F8B0-4A46-B593-AEBD7B4B992E}">
      <dgm:prSet/>
      <dgm:spPr>
        <a:solidFill>
          <a:srgbClr val="CCCCFF">
            <a:alpha val="90000"/>
          </a:srgbClr>
        </a:solidFill>
      </dgm:spPr>
      <dgm:t>
        <a:bodyPr/>
        <a:lstStyle/>
        <a:p>
          <a:r>
            <a:rPr lang="en-IN" b="0" dirty="0"/>
            <a:t>Return prose steps, not one-tap actions to the user still hunts through Settings</a:t>
          </a:r>
          <a:endParaRPr lang="en-IN" dirty="0"/>
        </a:p>
      </dgm:t>
    </dgm:pt>
    <dgm:pt modelId="{80F7BEF9-1B54-441A-85BD-35D3473E0ED3}" type="parTrans" cxnId="{C0F9302B-A251-4C2B-94F4-EDA73DCDF382}">
      <dgm:prSet/>
      <dgm:spPr/>
      <dgm:t>
        <a:bodyPr/>
        <a:lstStyle/>
        <a:p>
          <a:endParaRPr lang="en-IN"/>
        </a:p>
      </dgm:t>
    </dgm:pt>
    <dgm:pt modelId="{62BBD271-F1CE-445F-BA8A-E7F87C0D009E}" type="sibTrans" cxnId="{C0F9302B-A251-4C2B-94F4-EDA73DCDF382}">
      <dgm:prSet/>
      <dgm:spPr/>
      <dgm:t>
        <a:bodyPr/>
        <a:lstStyle/>
        <a:p>
          <a:endParaRPr lang="en-IN"/>
        </a:p>
      </dgm:t>
    </dgm:pt>
    <dgm:pt modelId="{0277FEA1-D429-4F25-886A-1D76ADE28F72}">
      <dgm:prSet/>
      <dgm:spPr>
        <a:solidFill>
          <a:srgbClr val="CCCCFF">
            <a:alpha val="90000"/>
          </a:srgbClr>
        </a:solidFill>
      </dgm:spPr>
      <dgm:t>
        <a:bodyPr/>
        <a:lstStyle/>
        <a:p>
          <a:r>
            <a:rPr lang="en-IN" b="0" dirty="0"/>
            <a:t>No verified deep link grounding to risk of pointing to the wrong screen</a:t>
          </a:r>
          <a:endParaRPr lang="en-IN" dirty="0"/>
        </a:p>
      </dgm:t>
    </dgm:pt>
    <dgm:pt modelId="{793A68E2-1F52-4E7A-9286-B0254E35DFC5}" type="parTrans" cxnId="{7757E6A9-CDAA-49D6-8BA2-F9F4862362EC}">
      <dgm:prSet/>
      <dgm:spPr/>
      <dgm:t>
        <a:bodyPr/>
        <a:lstStyle/>
        <a:p>
          <a:endParaRPr lang="en-IN"/>
        </a:p>
      </dgm:t>
    </dgm:pt>
    <dgm:pt modelId="{6E91BEE8-C8BA-43F7-BA88-7614C0A26770}" type="sibTrans" cxnId="{7757E6A9-CDAA-49D6-8BA2-F9F4862362EC}">
      <dgm:prSet/>
      <dgm:spPr/>
      <dgm:t>
        <a:bodyPr/>
        <a:lstStyle/>
        <a:p>
          <a:endParaRPr lang="en-IN"/>
        </a:p>
      </dgm:t>
    </dgm:pt>
    <dgm:pt modelId="{C3BBFEC0-0207-4ECA-8ABE-54E507EBDB4E}">
      <dgm:prSet/>
      <dgm:spPr>
        <a:solidFill>
          <a:srgbClr val="CCCCFF">
            <a:alpha val="90000"/>
          </a:srgbClr>
        </a:solidFill>
      </dgm:spPr>
      <dgm:t>
        <a:bodyPr/>
        <a:lstStyle/>
        <a:p>
          <a:r>
            <a:rPr lang="en-IN" b="0" dirty="0"/>
            <a:t>No zero-hallucination guarantee the steps can be invented</a:t>
          </a:r>
          <a:endParaRPr lang="en-IN" dirty="0"/>
        </a:p>
      </dgm:t>
    </dgm:pt>
    <dgm:pt modelId="{14674D58-11D7-4855-9DE4-62CF5C8BF114}" type="parTrans" cxnId="{D6409EF1-8436-4738-875F-F627897EFD10}">
      <dgm:prSet/>
      <dgm:spPr/>
      <dgm:t>
        <a:bodyPr/>
        <a:lstStyle/>
        <a:p>
          <a:endParaRPr lang="en-IN"/>
        </a:p>
      </dgm:t>
    </dgm:pt>
    <dgm:pt modelId="{D502E0B5-2C82-4F22-BEE5-EBBE33A37BCD}" type="sibTrans" cxnId="{D6409EF1-8436-4738-875F-F627897EFD10}">
      <dgm:prSet/>
      <dgm:spPr/>
      <dgm:t>
        <a:bodyPr/>
        <a:lstStyle/>
        <a:p>
          <a:endParaRPr lang="en-IN"/>
        </a:p>
      </dgm:t>
    </dgm:pt>
    <dgm:pt modelId="{A5564458-DDFF-49DD-9719-164235F8CD69}">
      <dgm:prSet/>
      <dgm:spPr>
        <a:solidFill>
          <a:srgbClr val="704EA6"/>
        </a:solidFill>
      </dgm:spPr>
      <dgm:t>
        <a:bodyPr/>
        <a:lstStyle/>
        <a:p>
          <a:r>
            <a:rPr lang="en-IN" b="1"/>
            <a:t>Our gap to close</a:t>
          </a:r>
          <a:endParaRPr lang="en-IN"/>
        </a:p>
      </dgm:t>
    </dgm:pt>
    <dgm:pt modelId="{9B31B357-3ACB-4B36-9D6E-D7EE67B310BD}" type="parTrans" cxnId="{64E8CC3F-0DC8-43E6-8701-B28E57AD90C9}">
      <dgm:prSet/>
      <dgm:spPr/>
      <dgm:t>
        <a:bodyPr/>
        <a:lstStyle/>
        <a:p>
          <a:endParaRPr lang="en-IN"/>
        </a:p>
      </dgm:t>
    </dgm:pt>
    <dgm:pt modelId="{97B3680D-6100-4D7F-BCA2-093ADBE8B230}" type="sibTrans" cxnId="{64E8CC3F-0DC8-43E6-8701-B28E57AD90C9}">
      <dgm:prSet/>
      <dgm:spPr/>
      <dgm:t>
        <a:bodyPr/>
        <a:lstStyle/>
        <a:p>
          <a:endParaRPr lang="en-IN"/>
        </a:p>
      </dgm:t>
    </dgm:pt>
    <dgm:pt modelId="{03EB920D-E77B-4D67-9FEC-D475D1E66BA6}">
      <dgm:prSet/>
      <dgm:spPr>
        <a:solidFill>
          <a:srgbClr val="CCCCFF">
            <a:alpha val="90000"/>
          </a:srgbClr>
        </a:solidFill>
      </dgm:spPr>
      <dgm:t>
        <a:bodyPr/>
        <a:lstStyle/>
        <a:p>
          <a:r>
            <a:rPr lang="en-IN" b="0" dirty="0"/>
            <a:t>Every step is programmatically derived from SIIS text</a:t>
          </a:r>
          <a:endParaRPr lang="en-IN" dirty="0"/>
        </a:p>
      </dgm:t>
    </dgm:pt>
    <dgm:pt modelId="{826A0666-CC28-4F11-ACF1-B008701DE2D5}" type="parTrans" cxnId="{A3BEC88D-DEED-485F-8E81-EC66A8EA004D}">
      <dgm:prSet/>
      <dgm:spPr/>
      <dgm:t>
        <a:bodyPr/>
        <a:lstStyle/>
        <a:p>
          <a:endParaRPr lang="en-IN"/>
        </a:p>
      </dgm:t>
    </dgm:pt>
    <dgm:pt modelId="{65DEE6C5-11DC-4836-A488-2E2A10F27B5A}" type="sibTrans" cxnId="{A3BEC88D-DEED-485F-8E81-EC66A8EA004D}">
      <dgm:prSet/>
      <dgm:spPr/>
      <dgm:t>
        <a:bodyPr/>
        <a:lstStyle/>
        <a:p>
          <a:endParaRPr lang="en-IN"/>
        </a:p>
      </dgm:t>
    </dgm:pt>
    <dgm:pt modelId="{0949C875-CBF7-44A7-9455-03C4C941C263}">
      <dgm:prSet/>
      <dgm:spPr>
        <a:solidFill>
          <a:srgbClr val="CCCCFF">
            <a:alpha val="90000"/>
          </a:srgbClr>
        </a:solidFill>
      </dgm:spPr>
      <dgm:t>
        <a:bodyPr/>
        <a:lstStyle/>
        <a:p>
          <a:r>
            <a:rPr lang="en-IN" b="0"/>
            <a:t>Every deeplink is a verbatim catalog match, or explicitly withheld</a:t>
          </a:r>
          <a:endParaRPr lang="en-IN"/>
        </a:p>
      </dgm:t>
    </dgm:pt>
    <dgm:pt modelId="{A1796E87-7EC3-4587-9990-6CB8A0455563}" type="parTrans" cxnId="{D331B34E-3374-4C1E-A1FD-EB1D0CA5D72C}">
      <dgm:prSet/>
      <dgm:spPr/>
      <dgm:t>
        <a:bodyPr/>
        <a:lstStyle/>
        <a:p>
          <a:endParaRPr lang="en-IN"/>
        </a:p>
      </dgm:t>
    </dgm:pt>
    <dgm:pt modelId="{0C24D8AD-9BAF-48C5-AEC6-E6646040FECC}" type="sibTrans" cxnId="{D331B34E-3374-4C1E-A1FD-EB1D0CA5D72C}">
      <dgm:prSet/>
      <dgm:spPr/>
      <dgm:t>
        <a:bodyPr/>
        <a:lstStyle/>
        <a:p>
          <a:endParaRPr lang="en-IN"/>
        </a:p>
      </dgm:t>
    </dgm:pt>
    <dgm:pt modelId="{911E2812-F96E-4CCB-BCE7-AA8AE58576D2}">
      <dgm:prSet/>
      <dgm:spPr>
        <a:solidFill>
          <a:srgbClr val="CCCCFF">
            <a:alpha val="90000"/>
          </a:srgbClr>
        </a:solidFill>
      </dgm:spPr>
      <dgm:t>
        <a:bodyPr/>
        <a:lstStyle/>
        <a:p>
          <a:r>
            <a:rPr lang="en-IN" b="0"/>
            <a:t>Every output is schema-validated before it reaches the evaluator or the user</a:t>
          </a:r>
          <a:endParaRPr lang="en-IN"/>
        </a:p>
      </dgm:t>
    </dgm:pt>
    <dgm:pt modelId="{8EB4AA0E-6E37-496D-8E6F-C9824BC740E3}" type="parTrans" cxnId="{EACBD796-EF81-4095-8E5A-26D4E17DE7D2}">
      <dgm:prSet/>
      <dgm:spPr/>
      <dgm:t>
        <a:bodyPr/>
        <a:lstStyle/>
        <a:p>
          <a:endParaRPr lang="en-IN"/>
        </a:p>
      </dgm:t>
    </dgm:pt>
    <dgm:pt modelId="{5D70E4AA-12CF-4D2A-BF32-FC76B7FE7CD3}" type="sibTrans" cxnId="{EACBD796-EF81-4095-8E5A-26D4E17DE7D2}">
      <dgm:prSet/>
      <dgm:spPr/>
      <dgm:t>
        <a:bodyPr/>
        <a:lstStyle/>
        <a:p>
          <a:endParaRPr lang="en-IN"/>
        </a:p>
      </dgm:t>
    </dgm:pt>
    <dgm:pt modelId="{15A2B99D-2CF6-43BE-9804-705D927686A9}">
      <dgm:prSet/>
      <dgm:spPr>
        <a:solidFill>
          <a:srgbClr val="CCCCFF">
            <a:alpha val="90000"/>
          </a:srgbClr>
        </a:solidFill>
      </dgm:spPr>
      <dgm:t>
        <a:bodyPr/>
        <a:lstStyle/>
        <a:p>
          <a:r>
            <a:rPr lang="en-IN" b="0" dirty="0"/>
            <a:t>Then explains manual Settings navigation in 15 minutes per interaction.</a:t>
          </a:r>
          <a:endParaRPr lang="en-IN" dirty="0"/>
        </a:p>
      </dgm:t>
    </dgm:pt>
    <dgm:pt modelId="{4CDECD70-3A80-40ED-8552-B1736197D65E}" type="parTrans" cxnId="{D63F877B-A5F4-4287-97CF-1C9E2D937685}">
      <dgm:prSet/>
      <dgm:spPr/>
      <dgm:t>
        <a:bodyPr/>
        <a:lstStyle/>
        <a:p>
          <a:endParaRPr lang="en-IN"/>
        </a:p>
      </dgm:t>
    </dgm:pt>
    <dgm:pt modelId="{2C277420-85C9-4ADA-AA95-7BF3159AF3D4}" type="sibTrans" cxnId="{D63F877B-A5F4-4287-97CF-1C9E2D937685}">
      <dgm:prSet/>
      <dgm:spPr/>
      <dgm:t>
        <a:bodyPr/>
        <a:lstStyle/>
        <a:p>
          <a:endParaRPr lang="en-IN"/>
        </a:p>
      </dgm:t>
    </dgm:pt>
    <dgm:pt modelId="{73949324-95FB-4F19-8280-56E2B83346D8}">
      <dgm:prSet/>
      <dgm:spPr>
        <a:solidFill>
          <a:srgbClr val="CCCCFF">
            <a:alpha val="90000"/>
          </a:srgbClr>
        </a:solidFill>
      </dgm:spPr>
      <dgm:t>
        <a:bodyPr/>
        <a:lstStyle/>
        <a:p>
          <a:r>
            <a:rPr lang="en-IN" b="0" dirty="0"/>
            <a:t>never generated freestyle</a:t>
          </a:r>
          <a:endParaRPr lang="en-IN" dirty="0"/>
        </a:p>
      </dgm:t>
    </dgm:pt>
    <dgm:pt modelId="{CF233C47-7FD8-4950-9F0A-682B67BCBF35}" type="parTrans" cxnId="{BCB2E87A-61F5-45E1-A2B2-7194B59A3ECE}">
      <dgm:prSet/>
      <dgm:spPr/>
      <dgm:t>
        <a:bodyPr/>
        <a:lstStyle/>
        <a:p>
          <a:endParaRPr lang="en-IN"/>
        </a:p>
      </dgm:t>
    </dgm:pt>
    <dgm:pt modelId="{B648AF2D-4424-422F-B449-5CFAB2EB9E1F}" type="sibTrans" cxnId="{BCB2E87A-61F5-45E1-A2B2-7194B59A3ECE}">
      <dgm:prSet/>
      <dgm:spPr/>
      <dgm:t>
        <a:bodyPr/>
        <a:lstStyle/>
        <a:p>
          <a:endParaRPr lang="en-IN"/>
        </a:p>
      </dgm:t>
    </dgm:pt>
    <dgm:pt modelId="{1E584F24-97D2-4B5D-A8BA-91559EDE92EB}" type="pres">
      <dgm:prSet presAssocID="{4D8040A0-9BCA-40D4-BAFF-989D868984C4}" presName="Name0" presStyleCnt="0">
        <dgm:presLayoutVars>
          <dgm:chPref val="3"/>
          <dgm:dir/>
          <dgm:animLvl val="lvl"/>
          <dgm:resizeHandles/>
        </dgm:presLayoutVars>
      </dgm:prSet>
      <dgm:spPr/>
    </dgm:pt>
    <dgm:pt modelId="{EB63BAD0-7083-46A0-8DE7-57D465B1E4B6}" type="pres">
      <dgm:prSet presAssocID="{CBD3CDC8-D961-42FF-B039-B41753E99571}" presName="horFlow" presStyleCnt="0"/>
      <dgm:spPr/>
    </dgm:pt>
    <dgm:pt modelId="{AA57C4FA-9048-41F8-B06F-0CA381C4A69B}" type="pres">
      <dgm:prSet presAssocID="{CBD3CDC8-D961-42FF-B039-B41753E99571}" presName="bigChev" presStyleLbl="node1" presStyleIdx="0" presStyleCnt="3"/>
      <dgm:spPr/>
    </dgm:pt>
    <dgm:pt modelId="{DC5D46EF-4F20-43CD-8AFC-4066B80CF24B}" type="pres">
      <dgm:prSet presAssocID="{7B460F21-EF1D-4764-B689-AAB27B87F40E}" presName="parTrans" presStyleCnt="0"/>
      <dgm:spPr/>
    </dgm:pt>
    <dgm:pt modelId="{76ADD174-0F3B-4F7C-B11C-719ABFB58563}" type="pres">
      <dgm:prSet presAssocID="{5236D8E4-938C-4C65-AA8E-7C31E0B029EB}" presName="node" presStyleLbl="alignAccFollowNode1" presStyleIdx="0" presStyleCnt="9">
        <dgm:presLayoutVars>
          <dgm:bulletEnabled val="1"/>
        </dgm:presLayoutVars>
      </dgm:prSet>
      <dgm:spPr/>
    </dgm:pt>
    <dgm:pt modelId="{B837E15F-D2C8-46E8-B186-6D55C8D1205E}" type="pres">
      <dgm:prSet presAssocID="{BAA3AD89-92C7-4EA1-9CCB-12FB35101D23}" presName="sibTrans" presStyleCnt="0"/>
      <dgm:spPr/>
    </dgm:pt>
    <dgm:pt modelId="{40D1D557-3BA1-4A2D-917C-D259EF3BCAB6}" type="pres">
      <dgm:prSet presAssocID="{15A2B99D-2CF6-43BE-9804-705D927686A9}" presName="node" presStyleLbl="alignAccFollowNode1" presStyleIdx="1" presStyleCnt="9">
        <dgm:presLayoutVars>
          <dgm:bulletEnabled val="1"/>
        </dgm:presLayoutVars>
      </dgm:prSet>
      <dgm:spPr/>
    </dgm:pt>
    <dgm:pt modelId="{87625582-59E0-497C-89E3-6E6E199D8C4E}" type="pres">
      <dgm:prSet presAssocID="{CBD3CDC8-D961-42FF-B039-B41753E99571}" presName="vSp" presStyleCnt="0"/>
      <dgm:spPr/>
    </dgm:pt>
    <dgm:pt modelId="{2DB1C70C-5F90-40C6-ADE2-B25D3C1E399E}" type="pres">
      <dgm:prSet presAssocID="{2A806759-BCC4-45EF-B951-66FCE419E3D0}" presName="horFlow" presStyleCnt="0"/>
      <dgm:spPr/>
    </dgm:pt>
    <dgm:pt modelId="{9368C23F-8A8D-4E21-B01F-97E8577D15F3}" type="pres">
      <dgm:prSet presAssocID="{2A806759-BCC4-45EF-B951-66FCE419E3D0}" presName="bigChev" presStyleLbl="node1" presStyleIdx="1" presStyleCnt="3"/>
      <dgm:spPr/>
    </dgm:pt>
    <dgm:pt modelId="{23D62DEE-8017-4EE7-B324-28B15B0D885D}" type="pres">
      <dgm:prSet presAssocID="{80F7BEF9-1B54-441A-85BD-35D3473E0ED3}" presName="parTrans" presStyleCnt="0"/>
      <dgm:spPr/>
    </dgm:pt>
    <dgm:pt modelId="{12BA913D-BD41-459F-BE79-E8EC737A77CC}" type="pres">
      <dgm:prSet presAssocID="{6F398F30-F8B0-4A46-B593-AEBD7B4B992E}" presName="node" presStyleLbl="alignAccFollowNode1" presStyleIdx="2" presStyleCnt="9">
        <dgm:presLayoutVars>
          <dgm:bulletEnabled val="1"/>
        </dgm:presLayoutVars>
      </dgm:prSet>
      <dgm:spPr/>
    </dgm:pt>
    <dgm:pt modelId="{BCB965CF-61B8-4FB4-88C2-DB06F418E9F2}" type="pres">
      <dgm:prSet presAssocID="{62BBD271-F1CE-445F-BA8A-E7F87C0D009E}" presName="sibTrans" presStyleCnt="0"/>
      <dgm:spPr/>
    </dgm:pt>
    <dgm:pt modelId="{312C48BF-C8FE-44DD-8661-845E7E8F70A9}" type="pres">
      <dgm:prSet presAssocID="{0277FEA1-D429-4F25-886A-1D76ADE28F72}" presName="node" presStyleLbl="alignAccFollowNode1" presStyleIdx="3" presStyleCnt="9">
        <dgm:presLayoutVars>
          <dgm:bulletEnabled val="1"/>
        </dgm:presLayoutVars>
      </dgm:prSet>
      <dgm:spPr/>
    </dgm:pt>
    <dgm:pt modelId="{44F3A636-51DB-4506-9AA7-5A7B6A4038E1}" type="pres">
      <dgm:prSet presAssocID="{6E91BEE8-C8BA-43F7-BA88-7614C0A26770}" presName="sibTrans" presStyleCnt="0"/>
      <dgm:spPr/>
    </dgm:pt>
    <dgm:pt modelId="{BF4FC626-AA3B-4B62-8B37-4F0729F55F79}" type="pres">
      <dgm:prSet presAssocID="{C3BBFEC0-0207-4ECA-8ABE-54E507EBDB4E}" presName="node" presStyleLbl="alignAccFollowNode1" presStyleIdx="4" presStyleCnt="9">
        <dgm:presLayoutVars>
          <dgm:bulletEnabled val="1"/>
        </dgm:presLayoutVars>
      </dgm:prSet>
      <dgm:spPr/>
    </dgm:pt>
    <dgm:pt modelId="{F7716D42-9C4B-4D80-AACA-94660EB34432}" type="pres">
      <dgm:prSet presAssocID="{2A806759-BCC4-45EF-B951-66FCE419E3D0}" presName="vSp" presStyleCnt="0"/>
      <dgm:spPr/>
    </dgm:pt>
    <dgm:pt modelId="{AAB2C187-E11E-4CCC-A166-96CC4086D253}" type="pres">
      <dgm:prSet presAssocID="{A5564458-DDFF-49DD-9719-164235F8CD69}" presName="horFlow" presStyleCnt="0"/>
      <dgm:spPr/>
    </dgm:pt>
    <dgm:pt modelId="{B5EB49E2-9D6D-40DB-AF3D-8E6A41BDF78E}" type="pres">
      <dgm:prSet presAssocID="{A5564458-DDFF-49DD-9719-164235F8CD69}" presName="bigChev" presStyleLbl="node1" presStyleIdx="2" presStyleCnt="3"/>
      <dgm:spPr/>
    </dgm:pt>
    <dgm:pt modelId="{65288477-2238-4054-9787-AEBD5E81D7DB}" type="pres">
      <dgm:prSet presAssocID="{826A0666-CC28-4F11-ACF1-B008701DE2D5}" presName="parTrans" presStyleCnt="0"/>
      <dgm:spPr/>
    </dgm:pt>
    <dgm:pt modelId="{436181A1-F001-4052-A25E-0B089A966105}" type="pres">
      <dgm:prSet presAssocID="{03EB920D-E77B-4D67-9FEC-D475D1E66BA6}" presName="node" presStyleLbl="alignAccFollowNode1" presStyleIdx="5" presStyleCnt="9">
        <dgm:presLayoutVars>
          <dgm:bulletEnabled val="1"/>
        </dgm:presLayoutVars>
      </dgm:prSet>
      <dgm:spPr/>
    </dgm:pt>
    <dgm:pt modelId="{DCB48D1A-22D9-479E-B9FC-D47E03B67A93}" type="pres">
      <dgm:prSet presAssocID="{65DEE6C5-11DC-4836-A488-2E2A10F27B5A}" presName="sibTrans" presStyleCnt="0"/>
      <dgm:spPr/>
    </dgm:pt>
    <dgm:pt modelId="{3F43C90E-54E4-48EF-A029-3B6C8EE22D5B}" type="pres">
      <dgm:prSet presAssocID="{73949324-95FB-4F19-8280-56E2B83346D8}" presName="node" presStyleLbl="alignAccFollowNode1" presStyleIdx="6" presStyleCnt="9">
        <dgm:presLayoutVars>
          <dgm:bulletEnabled val="1"/>
        </dgm:presLayoutVars>
      </dgm:prSet>
      <dgm:spPr/>
    </dgm:pt>
    <dgm:pt modelId="{0B64C951-AB99-467C-94B6-D93036815D5E}" type="pres">
      <dgm:prSet presAssocID="{B648AF2D-4424-422F-B449-5CFAB2EB9E1F}" presName="sibTrans" presStyleCnt="0"/>
      <dgm:spPr/>
    </dgm:pt>
    <dgm:pt modelId="{C5A0CC3E-86A1-4CB0-813A-FDE7023D5EBE}" type="pres">
      <dgm:prSet presAssocID="{0949C875-CBF7-44A7-9455-03C4C941C263}" presName="node" presStyleLbl="alignAccFollowNode1" presStyleIdx="7" presStyleCnt="9">
        <dgm:presLayoutVars>
          <dgm:bulletEnabled val="1"/>
        </dgm:presLayoutVars>
      </dgm:prSet>
      <dgm:spPr/>
    </dgm:pt>
    <dgm:pt modelId="{6053BCD6-E149-48D6-864A-3AEFCEF91450}" type="pres">
      <dgm:prSet presAssocID="{0C24D8AD-9BAF-48C5-AEC6-E6646040FECC}" presName="sibTrans" presStyleCnt="0"/>
      <dgm:spPr/>
    </dgm:pt>
    <dgm:pt modelId="{F5C805FC-FA0D-47C6-BE6B-74BAE2785AC5}" type="pres">
      <dgm:prSet presAssocID="{911E2812-F96E-4CCB-BCE7-AA8AE58576D2}" presName="node" presStyleLbl="alignAccFollowNode1" presStyleIdx="8" presStyleCnt="9">
        <dgm:presLayoutVars>
          <dgm:bulletEnabled val="1"/>
        </dgm:presLayoutVars>
      </dgm:prSet>
      <dgm:spPr/>
    </dgm:pt>
  </dgm:ptLst>
  <dgm:cxnLst>
    <dgm:cxn modelId="{B108BC12-002F-486F-AEC5-10BF08457A21}" srcId="{4D8040A0-9BCA-40D4-BAFF-989D868984C4}" destId="{2A806759-BCC4-45EF-B951-66FCE419E3D0}" srcOrd="1" destOrd="0" parTransId="{FD9D02C1-0B88-45B3-9174-E4F60CF36341}" sibTransId="{C14A369E-FAFD-4410-97CA-78E9A6668862}"/>
    <dgm:cxn modelId="{C3D7C813-65C9-435F-A4F0-B47D5EDF0B79}" type="presOf" srcId="{C3BBFEC0-0207-4ECA-8ABE-54E507EBDB4E}" destId="{BF4FC626-AA3B-4B62-8B37-4F0729F55F79}" srcOrd="0" destOrd="0" presId="urn:microsoft.com/office/officeart/2005/8/layout/lProcess3"/>
    <dgm:cxn modelId="{91E15629-3C7A-436B-9D92-518D00AD82ED}" type="presOf" srcId="{6F398F30-F8B0-4A46-B593-AEBD7B4B992E}" destId="{12BA913D-BD41-459F-BE79-E8EC737A77CC}" srcOrd="0" destOrd="0" presId="urn:microsoft.com/office/officeart/2005/8/layout/lProcess3"/>
    <dgm:cxn modelId="{CE807729-8464-41F8-9C20-E54F7DD6D57D}" type="presOf" srcId="{5236D8E4-938C-4C65-AA8E-7C31E0B029EB}" destId="{76ADD174-0F3B-4F7C-B11C-719ABFB58563}" srcOrd="0" destOrd="0" presId="urn:microsoft.com/office/officeart/2005/8/layout/lProcess3"/>
    <dgm:cxn modelId="{C0F9302B-A251-4C2B-94F4-EDA73DCDF382}" srcId="{2A806759-BCC4-45EF-B951-66FCE419E3D0}" destId="{6F398F30-F8B0-4A46-B593-AEBD7B4B992E}" srcOrd="0" destOrd="0" parTransId="{80F7BEF9-1B54-441A-85BD-35D3473E0ED3}" sibTransId="{62BBD271-F1CE-445F-BA8A-E7F87C0D009E}"/>
    <dgm:cxn modelId="{2CE57838-5FAB-4973-A81F-19D68F43C0F8}" srcId="{CBD3CDC8-D961-42FF-B039-B41753E99571}" destId="{5236D8E4-938C-4C65-AA8E-7C31E0B029EB}" srcOrd="0" destOrd="0" parTransId="{7B460F21-EF1D-4764-B689-AAB27B87F40E}" sibTransId="{BAA3AD89-92C7-4EA1-9CCB-12FB35101D23}"/>
    <dgm:cxn modelId="{F7F7D13C-BD8E-4AB1-B6CB-4561112502AC}" type="presOf" srcId="{4D8040A0-9BCA-40D4-BAFF-989D868984C4}" destId="{1E584F24-97D2-4B5D-A8BA-91559EDE92EB}" srcOrd="0" destOrd="0" presId="urn:microsoft.com/office/officeart/2005/8/layout/lProcess3"/>
    <dgm:cxn modelId="{64E8CC3F-0DC8-43E6-8701-B28E57AD90C9}" srcId="{4D8040A0-9BCA-40D4-BAFF-989D868984C4}" destId="{A5564458-DDFF-49DD-9719-164235F8CD69}" srcOrd="2" destOrd="0" parTransId="{9B31B357-3ACB-4B36-9D6E-D7EE67B310BD}" sibTransId="{97B3680D-6100-4D7F-BCA2-093ADBE8B230}"/>
    <dgm:cxn modelId="{43592C4C-58C8-41D7-B455-EE45437EC7E0}" type="presOf" srcId="{03EB920D-E77B-4D67-9FEC-D475D1E66BA6}" destId="{436181A1-F001-4052-A25E-0B089A966105}" srcOrd="0" destOrd="0" presId="urn:microsoft.com/office/officeart/2005/8/layout/lProcess3"/>
    <dgm:cxn modelId="{D331B34E-3374-4C1E-A1FD-EB1D0CA5D72C}" srcId="{A5564458-DDFF-49DD-9719-164235F8CD69}" destId="{0949C875-CBF7-44A7-9455-03C4C941C263}" srcOrd="2" destOrd="0" parTransId="{A1796E87-7EC3-4587-9990-6CB8A0455563}" sibTransId="{0C24D8AD-9BAF-48C5-AEC6-E6646040FECC}"/>
    <dgm:cxn modelId="{9F86716F-C013-483D-9603-9A95E79390A9}" type="presOf" srcId="{73949324-95FB-4F19-8280-56E2B83346D8}" destId="{3F43C90E-54E4-48EF-A029-3B6C8EE22D5B}" srcOrd="0" destOrd="0" presId="urn:microsoft.com/office/officeart/2005/8/layout/lProcess3"/>
    <dgm:cxn modelId="{BCB2E87A-61F5-45E1-A2B2-7194B59A3ECE}" srcId="{A5564458-DDFF-49DD-9719-164235F8CD69}" destId="{73949324-95FB-4F19-8280-56E2B83346D8}" srcOrd="1" destOrd="0" parTransId="{CF233C47-7FD8-4950-9F0A-682B67BCBF35}" sibTransId="{B648AF2D-4424-422F-B449-5CFAB2EB9E1F}"/>
    <dgm:cxn modelId="{D63F877B-A5F4-4287-97CF-1C9E2D937685}" srcId="{CBD3CDC8-D961-42FF-B039-B41753E99571}" destId="{15A2B99D-2CF6-43BE-9804-705D927686A9}" srcOrd="1" destOrd="0" parTransId="{4CDECD70-3A80-40ED-8552-B1736197D65E}" sibTransId="{2C277420-85C9-4ADA-AA95-7BF3159AF3D4}"/>
    <dgm:cxn modelId="{A12F3A84-A6BD-4BD9-A1D1-8FF674B3DAA2}" type="presOf" srcId="{0949C875-CBF7-44A7-9455-03C4C941C263}" destId="{C5A0CC3E-86A1-4CB0-813A-FDE7023D5EBE}" srcOrd="0" destOrd="0" presId="urn:microsoft.com/office/officeart/2005/8/layout/lProcess3"/>
    <dgm:cxn modelId="{A3BEC88D-DEED-485F-8E81-EC66A8EA004D}" srcId="{A5564458-DDFF-49DD-9719-164235F8CD69}" destId="{03EB920D-E77B-4D67-9FEC-D475D1E66BA6}" srcOrd="0" destOrd="0" parTransId="{826A0666-CC28-4F11-ACF1-B008701DE2D5}" sibTransId="{65DEE6C5-11DC-4836-A488-2E2A10F27B5A}"/>
    <dgm:cxn modelId="{EACBD796-EF81-4095-8E5A-26D4E17DE7D2}" srcId="{A5564458-DDFF-49DD-9719-164235F8CD69}" destId="{911E2812-F96E-4CCB-BCE7-AA8AE58576D2}" srcOrd="3" destOrd="0" parTransId="{8EB4AA0E-6E37-496D-8E6F-C9824BC740E3}" sibTransId="{5D70E4AA-12CF-4D2A-BF32-FC76B7FE7CD3}"/>
    <dgm:cxn modelId="{5A36099B-F510-49F5-843E-AF74CC631835}" type="presOf" srcId="{A5564458-DDFF-49DD-9719-164235F8CD69}" destId="{B5EB49E2-9D6D-40DB-AF3D-8E6A41BDF78E}" srcOrd="0" destOrd="0" presId="urn:microsoft.com/office/officeart/2005/8/layout/lProcess3"/>
    <dgm:cxn modelId="{9402EE9B-8331-4EF8-A643-67DBDAEF3F3E}" srcId="{4D8040A0-9BCA-40D4-BAFF-989D868984C4}" destId="{CBD3CDC8-D961-42FF-B039-B41753E99571}" srcOrd="0" destOrd="0" parTransId="{27401CCC-89BD-4F1C-A127-191F0FBD6161}" sibTransId="{EB50052C-0F9E-44DF-8C16-7F9A1A1CEEDC}"/>
    <dgm:cxn modelId="{5CCFC6A2-D094-4438-89AB-4A587A5A596F}" type="presOf" srcId="{2A806759-BCC4-45EF-B951-66FCE419E3D0}" destId="{9368C23F-8A8D-4E21-B01F-97E8577D15F3}" srcOrd="0" destOrd="0" presId="urn:microsoft.com/office/officeart/2005/8/layout/lProcess3"/>
    <dgm:cxn modelId="{7757E6A9-CDAA-49D6-8BA2-F9F4862362EC}" srcId="{2A806759-BCC4-45EF-B951-66FCE419E3D0}" destId="{0277FEA1-D429-4F25-886A-1D76ADE28F72}" srcOrd="1" destOrd="0" parTransId="{793A68E2-1F52-4E7A-9286-B0254E35DFC5}" sibTransId="{6E91BEE8-C8BA-43F7-BA88-7614C0A26770}"/>
    <dgm:cxn modelId="{8F95FED3-DBE4-41D9-8B91-2CC204AFD7C1}" type="presOf" srcId="{15A2B99D-2CF6-43BE-9804-705D927686A9}" destId="{40D1D557-3BA1-4A2D-917C-D259EF3BCAB6}" srcOrd="0" destOrd="0" presId="urn:microsoft.com/office/officeart/2005/8/layout/lProcess3"/>
    <dgm:cxn modelId="{33BDF6D6-4760-44A5-9281-5C67D31A62F9}" type="presOf" srcId="{CBD3CDC8-D961-42FF-B039-B41753E99571}" destId="{AA57C4FA-9048-41F8-B06F-0CA381C4A69B}" srcOrd="0" destOrd="0" presId="urn:microsoft.com/office/officeart/2005/8/layout/lProcess3"/>
    <dgm:cxn modelId="{F72BCDE8-D4F4-463C-B644-585FC2C0767B}" type="presOf" srcId="{0277FEA1-D429-4F25-886A-1D76ADE28F72}" destId="{312C48BF-C8FE-44DD-8661-845E7E8F70A9}" srcOrd="0" destOrd="0" presId="urn:microsoft.com/office/officeart/2005/8/layout/lProcess3"/>
    <dgm:cxn modelId="{97D63FEB-7AF1-4B61-A926-2F2851AD4296}" type="presOf" srcId="{911E2812-F96E-4CCB-BCE7-AA8AE58576D2}" destId="{F5C805FC-FA0D-47C6-BE6B-74BAE2785AC5}" srcOrd="0" destOrd="0" presId="urn:microsoft.com/office/officeart/2005/8/layout/lProcess3"/>
    <dgm:cxn modelId="{D6409EF1-8436-4738-875F-F627897EFD10}" srcId="{2A806759-BCC4-45EF-B951-66FCE419E3D0}" destId="{C3BBFEC0-0207-4ECA-8ABE-54E507EBDB4E}" srcOrd="2" destOrd="0" parTransId="{14674D58-11D7-4855-9DE4-62CF5C8BF114}" sibTransId="{D502E0B5-2C82-4F22-BEE5-EBBE33A37BCD}"/>
    <dgm:cxn modelId="{47EA1D36-286F-4172-A811-7DD186D332B8}" type="presParOf" srcId="{1E584F24-97D2-4B5D-A8BA-91559EDE92EB}" destId="{EB63BAD0-7083-46A0-8DE7-57D465B1E4B6}" srcOrd="0" destOrd="0" presId="urn:microsoft.com/office/officeart/2005/8/layout/lProcess3"/>
    <dgm:cxn modelId="{175C8259-8105-48CD-B990-5897434DD96D}" type="presParOf" srcId="{EB63BAD0-7083-46A0-8DE7-57D465B1E4B6}" destId="{AA57C4FA-9048-41F8-B06F-0CA381C4A69B}" srcOrd="0" destOrd="0" presId="urn:microsoft.com/office/officeart/2005/8/layout/lProcess3"/>
    <dgm:cxn modelId="{65EC1706-06C5-4E45-A79E-4EF492ABC097}" type="presParOf" srcId="{EB63BAD0-7083-46A0-8DE7-57D465B1E4B6}" destId="{DC5D46EF-4F20-43CD-8AFC-4066B80CF24B}" srcOrd="1" destOrd="0" presId="urn:microsoft.com/office/officeart/2005/8/layout/lProcess3"/>
    <dgm:cxn modelId="{870F9082-D823-441E-AF04-4BC6637B09E8}" type="presParOf" srcId="{EB63BAD0-7083-46A0-8DE7-57D465B1E4B6}" destId="{76ADD174-0F3B-4F7C-B11C-719ABFB58563}" srcOrd="2" destOrd="0" presId="urn:microsoft.com/office/officeart/2005/8/layout/lProcess3"/>
    <dgm:cxn modelId="{D88CE41A-B3BB-499D-A0C7-2B7EA013521E}" type="presParOf" srcId="{EB63BAD0-7083-46A0-8DE7-57D465B1E4B6}" destId="{B837E15F-D2C8-46E8-B186-6D55C8D1205E}" srcOrd="3" destOrd="0" presId="urn:microsoft.com/office/officeart/2005/8/layout/lProcess3"/>
    <dgm:cxn modelId="{DA6CCA39-31AC-4C73-BB27-21289FAF878E}" type="presParOf" srcId="{EB63BAD0-7083-46A0-8DE7-57D465B1E4B6}" destId="{40D1D557-3BA1-4A2D-917C-D259EF3BCAB6}" srcOrd="4" destOrd="0" presId="urn:microsoft.com/office/officeart/2005/8/layout/lProcess3"/>
    <dgm:cxn modelId="{1BF2018C-2737-4136-9A8E-6D011A2F0DBB}" type="presParOf" srcId="{1E584F24-97D2-4B5D-A8BA-91559EDE92EB}" destId="{87625582-59E0-497C-89E3-6E6E199D8C4E}" srcOrd="1" destOrd="0" presId="urn:microsoft.com/office/officeart/2005/8/layout/lProcess3"/>
    <dgm:cxn modelId="{073130CE-3730-4EB9-A6B4-7CAC38440795}" type="presParOf" srcId="{1E584F24-97D2-4B5D-A8BA-91559EDE92EB}" destId="{2DB1C70C-5F90-40C6-ADE2-B25D3C1E399E}" srcOrd="2" destOrd="0" presId="urn:microsoft.com/office/officeart/2005/8/layout/lProcess3"/>
    <dgm:cxn modelId="{6BC664A5-3675-4AEB-9030-18FFEE7325A4}" type="presParOf" srcId="{2DB1C70C-5F90-40C6-ADE2-B25D3C1E399E}" destId="{9368C23F-8A8D-4E21-B01F-97E8577D15F3}" srcOrd="0" destOrd="0" presId="urn:microsoft.com/office/officeart/2005/8/layout/lProcess3"/>
    <dgm:cxn modelId="{EAFF57F0-CA24-4A11-8C0A-96630D82D5CE}" type="presParOf" srcId="{2DB1C70C-5F90-40C6-ADE2-B25D3C1E399E}" destId="{23D62DEE-8017-4EE7-B324-28B15B0D885D}" srcOrd="1" destOrd="0" presId="urn:microsoft.com/office/officeart/2005/8/layout/lProcess3"/>
    <dgm:cxn modelId="{1ACF5F6B-B770-4340-B730-88D3AEC60D53}" type="presParOf" srcId="{2DB1C70C-5F90-40C6-ADE2-B25D3C1E399E}" destId="{12BA913D-BD41-459F-BE79-E8EC737A77CC}" srcOrd="2" destOrd="0" presId="urn:microsoft.com/office/officeart/2005/8/layout/lProcess3"/>
    <dgm:cxn modelId="{939AD2D2-99CB-47C4-8940-304190559589}" type="presParOf" srcId="{2DB1C70C-5F90-40C6-ADE2-B25D3C1E399E}" destId="{BCB965CF-61B8-4FB4-88C2-DB06F418E9F2}" srcOrd="3" destOrd="0" presId="urn:microsoft.com/office/officeart/2005/8/layout/lProcess3"/>
    <dgm:cxn modelId="{DCE82686-69F2-4790-8E4F-E659C13352FB}" type="presParOf" srcId="{2DB1C70C-5F90-40C6-ADE2-B25D3C1E399E}" destId="{312C48BF-C8FE-44DD-8661-845E7E8F70A9}" srcOrd="4" destOrd="0" presId="urn:microsoft.com/office/officeart/2005/8/layout/lProcess3"/>
    <dgm:cxn modelId="{A133C9C6-7F14-45E9-A79F-F46B0A7578CF}" type="presParOf" srcId="{2DB1C70C-5F90-40C6-ADE2-B25D3C1E399E}" destId="{44F3A636-51DB-4506-9AA7-5A7B6A4038E1}" srcOrd="5" destOrd="0" presId="urn:microsoft.com/office/officeart/2005/8/layout/lProcess3"/>
    <dgm:cxn modelId="{59159105-5B4B-4D96-82B3-00072572A6B7}" type="presParOf" srcId="{2DB1C70C-5F90-40C6-ADE2-B25D3C1E399E}" destId="{BF4FC626-AA3B-4B62-8B37-4F0729F55F79}" srcOrd="6" destOrd="0" presId="urn:microsoft.com/office/officeart/2005/8/layout/lProcess3"/>
    <dgm:cxn modelId="{7DE64A85-9443-461D-8271-CA43383B350B}" type="presParOf" srcId="{1E584F24-97D2-4B5D-A8BA-91559EDE92EB}" destId="{F7716D42-9C4B-4D80-AACA-94660EB34432}" srcOrd="3" destOrd="0" presId="urn:microsoft.com/office/officeart/2005/8/layout/lProcess3"/>
    <dgm:cxn modelId="{C8C020D2-265B-40EF-8728-560FFA75C82B}" type="presParOf" srcId="{1E584F24-97D2-4B5D-A8BA-91559EDE92EB}" destId="{AAB2C187-E11E-4CCC-A166-96CC4086D253}" srcOrd="4" destOrd="0" presId="urn:microsoft.com/office/officeart/2005/8/layout/lProcess3"/>
    <dgm:cxn modelId="{788F109F-382B-423F-90C3-F6569BC9BC25}" type="presParOf" srcId="{AAB2C187-E11E-4CCC-A166-96CC4086D253}" destId="{B5EB49E2-9D6D-40DB-AF3D-8E6A41BDF78E}" srcOrd="0" destOrd="0" presId="urn:microsoft.com/office/officeart/2005/8/layout/lProcess3"/>
    <dgm:cxn modelId="{76285890-E87A-4A19-865F-6E1783D438C1}" type="presParOf" srcId="{AAB2C187-E11E-4CCC-A166-96CC4086D253}" destId="{65288477-2238-4054-9787-AEBD5E81D7DB}" srcOrd="1" destOrd="0" presId="urn:microsoft.com/office/officeart/2005/8/layout/lProcess3"/>
    <dgm:cxn modelId="{FD72037F-45A4-4E5E-961C-3F68BAEDE2E6}" type="presParOf" srcId="{AAB2C187-E11E-4CCC-A166-96CC4086D253}" destId="{436181A1-F001-4052-A25E-0B089A966105}" srcOrd="2" destOrd="0" presId="urn:microsoft.com/office/officeart/2005/8/layout/lProcess3"/>
    <dgm:cxn modelId="{E5920DB9-E4BB-4072-9690-88CD15B20E8F}" type="presParOf" srcId="{AAB2C187-E11E-4CCC-A166-96CC4086D253}" destId="{DCB48D1A-22D9-479E-B9FC-D47E03B67A93}" srcOrd="3" destOrd="0" presId="urn:microsoft.com/office/officeart/2005/8/layout/lProcess3"/>
    <dgm:cxn modelId="{ABEF87D0-60BD-4E3C-AF87-9BACCCA1FE1A}" type="presParOf" srcId="{AAB2C187-E11E-4CCC-A166-96CC4086D253}" destId="{3F43C90E-54E4-48EF-A029-3B6C8EE22D5B}" srcOrd="4" destOrd="0" presId="urn:microsoft.com/office/officeart/2005/8/layout/lProcess3"/>
    <dgm:cxn modelId="{E25F0EC6-0C65-44DB-B8AD-0039177B5796}" type="presParOf" srcId="{AAB2C187-E11E-4CCC-A166-96CC4086D253}" destId="{0B64C951-AB99-467C-94B6-D93036815D5E}" srcOrd="5" destOrd="0" presId="urn:microsoft.com/office/officeart/2005/8/layout/lProcess3"/>
    <dgm:cxn modelId="{D9E9EA7C-5CEF-4740-87B7-062C2573D829}" type="presParOf" srcId="{AAB2C187-E11E-4CCC-A166-96CC4086D253}" destId="{C5A0CC3E-86A1-4CB0-813A-FDE7023D5EBE}" srcOrd="6" destOrd="0" presId="urn:microsoft.com/office/officeart/2005/8/layout/lProcess3"/>
    <dgm:cxn modelId="{48BAA306-8929-482C-96E1-29A8685EBC66}" type="presParOf" srcId="{AAB2C187-E11E-4CCC-A166-96CC4086D253}" destId="{6053BCD6-E149-48D6-864A-3AEFCEF91450}" srcOrd="7" destOrd="0" presId="urn:microsoft.com/office/officeart/2005/8/layout/lProcess3"/>
    <dgm:cxn modelId="{80CC3535-C00D-434B-93BB-1AB207D47735}" type="presParOf" srcId="{AAB2C187-E11E-4CCC-A166-96CC4086D253}" destId="{F5C805FC-FA0D-47C6-BE6B-74BAE2785AC5}" srcOrd="8"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D09BAD-E45C-4F9E-9758-343A87EDC087}"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IN"/>
        </a:p>
      </dgm:t>
    </dgm:pt>
    <dgm:pt modelId="{533DC5A7-010F-49A8-975B-CAED783E13FB}">
      <dgm:prSet/>
      <dgm:spPr>
        <a:solidFill>
          <a:srgbClr val="CCCCFF">
            <a:alpha val="50000"/>
          </a:srgbClr>
        </a:solidFill>
      </dgm:spPr>
      <dgm:t>
        <a:bodyPr/>
        <a:lstStyle/>
        <a:p>
          <a:r>
            <a:rPr lang="en-IN" b="1" dirty="0">
              <a:solidFill>
                <a:srgbClr val="7030A0"/>
              </a:solidFill>
            </a:rPr>
            <a:t>[1] Structure Extraction</a:t>
          </a:r>
        </a:p>
        <a:p>
          <a:r>
            <a:rPr lang="en-IN" b="0" dirty="0">
              <a:solidFill>
                <a:srgbClr val="7030A0"/>
              </a:solidFill>
            </a:rPr>
            <a:t>Segments SIIS text on headings; one action = one physical screen/feature</a:t>
          </a:r>
          <a:endParaRPr lang="en-IN" dirty="0">
            <a:solidFill>
              <a:srgbClr val="7030A0"/>
            </a:solidFill>
          </a:endParaRPr>
        </a:p>
      </dgm:t>
    </dgm:pt>
    <dgm:pt modelId="{DD136406-C7E3-42D1-9F7D-DF4610A147D1}" type="parTrans" cxnId="{31F2E569-B43D-4E01-A30C-473F47034CDE}">
      <dgm:prSet/>
      <dgm:spPr/>
      <dgm:t>
        <a:bodyPr/>
        <a:lstStyle/>
        <a:p>
          <a:endParaRPr lang="en-IN"/>
        </a:p>
      </dgm:t>
    </dgm:pt>
    <dgm:pt modelId="{0FFAF2F2-D215-4172-8A6F-1CBFD63E7023}" type="sibTrans" cxnId="{31F2E569-B43D-4E01-A30C-473F47034CDE}">
      <dgm:prSet/>
      <dgm:spPr/>
      <dgm:t>
        <a:bodyPr/>
        <a:lstStyle/>
        <a:p>
          <a:endParaRPr lang="en-IN"/>
        </a:p>
      </dgm:t>
    </dgm:pt>
    <dgm:pt modelId="{74FEAC95-E0FC-4E97-A7BB-F6B31F539CD5}">
      <dgm:prSet/>
      <dgm:spPr>
        <a:solidFill>
          <a:srgbClr val="CCCCFF">
            <a:alpha val="50000"/>
          </a:srgbClr>
        </a:solidFill>
      </dgm:spPr>
      <dgm:t>
        <a:bodyPr/>
        <a:lstStyle/>
        <a:p>
          <a:r>
            <a:rPr lang="en-IN" b="1" dirty="0">
              <a:solidFill>
                <a:srgbClr val="7030A0"/>
              </a:solidFill>
            </a:rPr>
            <a:t>[2] Hybrid Deeplink Matching</a:t>
          </a:r>
        </a:p>
        <a:p>
          <a:r>
            <a:rPr lang="en-IN" b="0" dirty="0">
              <a:solidFill>
                <a:srgbClr val="7030A0"/>
              </a:solidFill>
            </a:rPr>
            <a:t>BM25 (lexical) + TF-IDF (semantic-</a:t>
          </a:r>
          <a:r>
            <a:rPr lang="en-IN" b="0" dirty="0" err="1">
              <a:solidFill>
                <a:srgbClr val="7030A0"/>
              </a:solidFill>
            </a:rPr>
            <a:t>ish</a:t>
          </a:r>
          <a:r>
            <a:rPr lang="en-IN" b="0" dirty="0">
              <a:solidFill>
                <a:srgbClr val="7030A0"/>
              </a:solidFill>
            </a:rPr>
            <a:t>), domain </a:t>
          </a:r>
          <a:r>
            <a:rPr lang="en-IN" b="0" dirty="0" err="1">
              <a:solidFill>
                <a:srgbClr val="7030A0"/>
              </a:solidFill>
            </a:rPr>
            <a:t>stopword</a:t>
          </a:r>
          <a:r>
            <a:rPr lang="en-IN" b="0" dirty="0">
              <a:solidFill>
                <a:srgbClr val="7030A0"/>
              </a:solidFill>
            </a:rPr>
            <a:t> filtering, hard overlap gate against false positives</a:t>
          </a:r>
          <a:endParaRPr lang="en-IN" dirty="0">
            <a:solidFill>
              <a:srgbClr val="7030A0"/>
            </a:solidFill>
          </a:endParaRPr>
        </a:p>
      </dgm:t>
    </dgm:pt>
    <dgm:pt modelId="{6206B09A-CB89-41E6-9234-7F9FF94F3A4F}" type="parTrans" cxnId="{A10510ED-9ED8-41D4-B4A0-5E768BB1BCF6}">
      <dgm:prSet/>
      <dgm:spPr/>
      <dgm:t>
        <a:bodyPr/>
        <a:lstStyle/>
        <a:p>
          <a:endParaRPr lang="en-IN"/>
        </a:p>
      </dgm:t>
    </dgm:pt>
    <dgm:pt modelId="{14B8E0C0-E359-4AEC-8A6B-6F378121D56C}" type="sibTrans" cxnId="{A10510ED-9ED8-41D4-B4A0-5E768BB1BCF6}">
      <dgm:prSet/>
      <dgm:spPr/>
      <dgm:t>
        <a:bodyPr/>
        <a:lstStyle/>
        <a:p>
          <a:endParaRPr lang="en-IN"/>
        </a:p>
      </dgm:t>
    </dgm:pt>
    <dgm:pt modelId="{54D16F8C-D593-4301-9819-6E9924C96F38}">
      <dgm:prSet/>
      <dgm:spPr>
        <a:solidFill>
          <a:srgbClr val="CCCCFF">
            <a:alpha val="50000"/>
          </a:srgbClr>
        </a:solidFill>
      </dgm:spPr>
      <dgm:t>
        <a:bodyPr/>
        <a:lstStyle/>
        <a:p>
          <a:r>
            <a:rPr lang="en-IN" b="1" dirty="0">
              <a:solidFill>
                <a:srgbClr val="7030A0"/>
              </a:solidFill>
            </a:rPr>
            <a:t>[3] Fast-Path Semantic Cache</a:t>
          </a:r>
        </a:p>
        <a:p>
          <a:r>
            <a:rPr lang="en-IN" b="0" dirty="0">
              <a:solidFill>
                <a:srgbClr val="7030A0"/>
              </a:solidFill>
            </a:rPr>
            <a:t>Exact-match </a:t>
          </a:r>
          <a:r>
            <a:rPr lang="en-IN" b="0" dirty="0" err="1">
              <a:solidFill>
                <a:srgbClr val="7030A0"/>
              </a:solidFill>
            </a:rPr>
            <a:t>dict</a:t>
          </a:r>
          <a:r>
            <a:rPr lang="en-IN" b="0" dirty="0">
              <a:solidFill>
                <a:srgbClr val="7030A0"/>
              </a:solidFill>
            </a:rPr>
            <a:t> lookup, then TF-IDF cosine similarity for near-duplicates</a:t>
          </a:r>
          <a:endParaRPr lang="en-IN" dirty="0">
            <a:solidFill>
              <a:srgbClr val="7030A0"/>
            </a:solidFill>
          </a:endParaRPr>
        </a:p>
      </dgm:t>
    </dgm:pt>
    <dgm:pt modelId="{B4DE52A7-0BE4-417F-9727-0FC871DC3A0D}" type="parTrans" cxnId="{689BC095-2E45-43C2-AEA1-AEDC0FD53DDC}">
      <dgm:prSet/>
      <dgm:spPr/>
      <dgm:t>
        <a:bodyPr/>
        <a:lstStyle/>
        <a:p>
          <a:endParaRPr lang="en-IN"/>
        </a:p>
      </dgm:t>
    </dgm:pt>
    <dgm:pt modelId="{F8608A58-8FF9-4612-BDD2-7936EF81DB24}" type="sibTrans" cxnId="{689BC095-2E45-43C2-AEA1-AEDC0FD53DDC}">
      <dgm:prSet/>
      <dgm:spPr/>
      <dgm:t>
        <a:bodyPr/>
        <a:lstStyle/>
        <a:p>
          <a:endParaRPr lang="en-IN"/>
        </a:p>
      </dgm:t>
    </dgm:pt>
    <dgm:pt modelId="{FA2F8210-8E2A-486B-9305-31F3E0A9BB36}" type="pres">
      <dgm:prSet presAssocID="{65D09BAD-E45C-4F9E-9758-343A87EDC087}" presName="compositeShape" presStyleCnt="0">
        <dgm:presLayoutVars>
          <dgm:chMax val="7"/>
          <dgm:dir/>
          <dgm:resizeHandles val="exact"/>
        </dgm:presLayoutVars>
      </dgm:prSet>
      <dgm:spPr/>
    </dgm:pt>
    <dgm:pt modelId="{CE8A9C70-7AF9-4F89-9279-7ECDAF7DC945}" type="pres">
      <dgm:prSet presAssocID="{533DC5A7-010F-49A8-975B-CAED783E13FB}" presName="circ1" presStyleLbl="vennNode1" presStyleIdx="0" presStyleCnt="3"/>
      <dgm:spPr/>
    </dgm:pt>
    <dgm:pt modelId="{DA4551C3-B839-4FE3-B048-02F63A86950F}" type="pres">
      <dgm:prSet presAssocID="{533DC5A7-010F-49A8-975B-CAED783E13FB}" presName="circ1Tx" presStyleLbl="revTx" presStyleIdx="0" presStyleCnt="0">
        <dgm:presLayoutVars>
          <dgm:chMax val="0"/>
          <dgm:chPref val="0"/>
          <dgm:bulletEnabled val="1"/>
        </dgm:presLayoutVars>
      </dgm:prSet>
      <dgm:spPr/>
    </dgm:pt>
    <dgm:pt modelId="{846AF1A5-D01E-494D-80A8-FCCA0605714C}" type="pres">
      <dgm:prSet presAssocID="{74FEAC95-E0FC-4E97-A7BB-F6B31F539CD5}" presName="circ2" presStyleLbl="vennNode1" presStyleIdx="1" presStyleCnt="3"/>
      <dgm:spPr/>
    </dgm:pt>
    <dgm:pt modelId="{B5A70838-B03F-4BB7-B922-43557054505F}" type="pres">
      <dgm:prSet presAssocID="{74FEAC95-E0FC-4E97-A7BB-F6B31F539CD5}" presName="circ2Tx" presStyleLbl="revTx" presStyleIdx="0" presStyleCnt="0">
        <dgm:presLayoutVars>
          <dgm:chMax val="0"/>
          <dgm:chPref val="0"/>
          <dgm:bulletEnabled val="1"/>
        </dgm:presLayoutVars>
      </dgm:prSet>
      <dgm:spPr/>
    </dgm:pt>
    <dgm:pt modelId="{27991C12-28BB-4CF3-B83C-779875F29A51}" type="pres">
      <dgm:prSet presAssocID="{54D16F8C-D593-4301-9819-6E9924C96F38}" presName="circ3" presStyleLbl="vennNode1" presStyleIdx="2" presStyleCnt="3"/>
      <dgm:spPr/>
    </dgm:pt>
    <dgm:pt modelId="{2FC58DD5-2165-436B-ABD7-28E9F8A43F34}" type="pres">
      <dgm:prSet presAssocID="{54D16F8C-D593-4301-9819-6E9924C96F38}" presName="circ3Tx" presStyleLbl="revTx" presStyleIdx="0" presStyleCnt="0">
        <dgm:presLayoutVars>
          <dgm:chMax val="0"/>
          <dgm:chPref val="0"/>
          <dgm:bulletEnabled val="1"/>
        </dgm:presLayoutVars>
      </dgm:prSet>
      <dgm:spPr/>
    </dgm:pt>
  </dgm:ptLst>
  <dgm:cxnLst>
    <dgm:cxn modelId="{2D06A806-2325-4868-8FD6-795DE28A68D7}" type="presOf" srcId="{74FEAC95-E0FC-4E97-A7BB-F6B31F539CD5}" destId="{846AF1A5-D01E-494D-80A8-FCCA0605714C}" srcOrd="0" destOrd="0" presId="urn:microsoft.com/office/officeart/2005/8/layout/venn1"/>
    <dgm:cxn modelId="{3FB17308-5C84-4909-8B63-BDAFF6CAB4EA}" type="presOf" srcId="{533DC5A7-010F-49A8-975B-CAED783E13FB}" destId="{DA4551C3-B839-4FE3-B048-02F63A86950F}" srcOrd="1" destOrd="0" presId="urn:microsoft.com/office/officeart/2005/8/layout/venn1"/>
    <dgm:cxn modelId="{C4F8EE1B-E824-40F8-BE83-B30F814DC941}" type="presOf" srcId="{54D16F8C-D593-4301-9819-6E9924C96F38}" destId="{2FC58DD5-2165-436B-ABD7-28E9F8A43F34}" srcOrd="1" destOrd="0" presId="urn:microsoft.com/office/officeart/2005/8/layout/venn1"/>
    <dgm:cxn modelId="{1A682F29-59E3-4C9C-9639-5112582A57BD}" type="presOf" srcId="{533DC5A7-010F-49A8-975B-CAED783E13FB}" destId="{CE8A9C70-7AF9-4F89-9279-7ECDAF7DC945}" srcOrd="0" destOrd="0" presId="urn:microsoft.com/office/officeart/2005/8/layout/venn1"/>
    <dgm:cxn modelId="{31F2E569-B43D-4E01-A30C-473F47034CDE}" srcId="{65D09BAD-E45C-4F9E-9758-343A87EDC087}" destId="{533DC5A7-010F-49A8-975B-CAED783E13FB}" srcOrd="0" destOrd="0" parTransId="{DD136406-C7E3-42D1-9F7D-DF4610A147D1}" sibTransId="{0FFAF2F2-D215-4172-8A6F-1CBFD63E7023}"/>
    <dgm:cxn modelId="{B8545E78-A022-4055-8927-83CDD501FB35}" type="presOf" srcId="{74FEAC95-E0FC-4E97-A7BB-F6B31F539CD5}" destId="{B5A70838-B03F-4BB7-B922-43557054505F}" srcOrd="1" destOrd="0" presId="urn:microsoft.com/office/officeart/2005/8/layout/venn1"/>
    <dgm:cxn modelId="{34F42289-1D37-46CB-B30E-5AA1042FA2F4}" type="presOf" srcId="{65D09BAD-E45C-4F9E-9758-343A87EDC087}" destId="{FA2F8210-8E2A-486B-9305-31F3E0A9BB36}" srcOrd="0" destOrd="0" presId="urn:microsoft.com/office/officeart/2005/8/layout/venn1"/>
    <dgm:cxn modelId="{689BC095-2E45-43C2-AEA1-AEDC0FD53DDC}" srcId="{65D09BAD-E45C-4F9E-9758-343A87EDC087}" destId="{54D16F8C-D593-4301-9819-6E9924C96F38}" srcOrd="2" destOrd="0" parTransId="{B4DE52A7-0BE4-417F-9727-0FC871DC3A0D}" sibTransId="{F8608A58-8FF9-4612-BDD2-7936EF81DB24}"/>
    <dgm:cxn modelId="{EB34CEE7-0F29-49B3-830E-C31178880E65}" type="presOf" srcId="{54D16F8C-D593-4301-9819-6E9924C96F38}" destId="{27991C12-28BB-4CF3-B83C-779875F29A51}" srcOrd="0" destOrd="0" presId="urn:microsoft.com/office/officeart/2005/8/layout/venn1"/>
    <dgm:cxn modelId="{A10510ED-9ED8-41D4-B4A0-5E768BB1BCF6}" srcId="{65D09BAD-E45C-4F9E-9758-343A87EDC087}" destId="{74FEAC95-E0FC-4E97-A7BB-F6B31F539CD5}" srcOrd="1" destOrd="0" parTransId="{6206B09A-CB89-41E6-9234-7F9FF94F3A4F}" sibTransId="{14B8E0C0-E359-4AEC-8A6B-6F378121D56C}"/>
    <dgm:cxn modelId="{E5752004-C44A-401E-9A84-87117AB4D475}" type="presParOf" srcId="{FA2F8210-8E2A-486B-9305-31F3E0A9BB36}" destId="{CE8A9C70-7AF9-4F89-9279-7ECDAF7DC945}" srcOrd="0" destOrd="0" presId="urn:microsoft.com/office/officeart/2005/8/layout/venn1"/>
    <dgm:cxn modelId="{8C8CBB10-0AE7-4BAD-BA9D-A6C15AA8CE79}" type="presParOf" srcId="{FA2F8210-8E2A-486B-9305-31F3E0A9BB36}" destId="{DA4551C3-B839-4FE3-B048-02F63A86950F}" srcOrd="1" destOrd="0" presId="urn:microsoft.com/office/officeart/2005/8/layout/venn1"/>
    <dgm:cxn modelId="{42BB7D24-625B-412B-9493-AD1C39E7B806}" type="presParOf" srcId="{FA2F8210-8E2A-486B-9305-31F3E0A9BB36}" destId="{846AF1A5-D01E-494D-80A8-FCCA0605714C}" srcOrd="2" destOrd="0" presId="urn:microsoft.com/office/officeart/2005/8/layout/venn1"/>
    <dgm:cxn modelId="{BEFE795C-B447-4F67-BE95-B97C0D2DCD0E}" type="presParOf" srcId="{FA2F8210-8E2A-486B-9305-31F3E0A9BB36}" destId="{B5A70838-B03F-4BB7-B922-43557054505F}" srcOrd="3" destOrd="0" presId="urn:microsoft.com/office/officeart/2005/8/layout/venn1"/>
    <dgm:cxn modelId="{DD276068-FCCE-4503-AB08-94CF54D2A692}" type="presParOf" srcId="{FA2F8210-8E2A-486B-9305-31F3E0A9BB36}" destId="{27991C12-28BB-4CF3-B83C-779875F29A51}" srcOrd="4" destOrd="0" presId="urn:microsoft.com/office/officeart/2005/8/layout/venn1"/>
    <dgm:cxn modelId="{27CC1809-E4F9-489E-9FBB-3D875261E323}" type="presParOf" srcId="{FA2F8210-8E2A-486B-9305-31F3E0A9BB36}" destId="{2FC58DD5-2165-436B-ABD7-28E9F8A43F34}"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3F1782-3543-4BBF-A27B-DD83C615994F}"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IN"/>
        </a:p>
      </dgm:t>
    </dgm:pt>
    <dgm:pt modelId="{0E706A8C-2354-46E3-9B77-EE7DBFCF4743}">
      <dgm:prSet/>
      <dgm:spPr/>
      <dgm:t>
        <a:bodyPr/>
        <a:lstStyle/>
        <a:p>
          <a:r>
            <a:rPr lang="en-IN" b="1" dirty="0">
              <a:solidFill>
                <a:srgbClr val="7030A0"/>
              </a:solidFill>
            </a:rPr>
            <a:t>Continuous Learning Flow</a:t>
          </a:r>
          <a:endParaRPr lang="en-IN" dirty="0">
            <a:solidFill>
              <a:srgbClr val="7030A0"/>
            </a:solidFill>
          </a:endParaRPr>
        </a:p>
      </dgm:t>
    </dgm:pt>
    <dgm:pt modelId="{CFF59B2A-C4AB-44B7-B219-FD41323C63D8}" type="parTrans" cxnId="{C75E1B16-16F1-4CE2-8435-8B973732D7BD}">
      <dgm:prSet/>
      <dgm:spPr/>
      <dgm:t>
        <a:bodyPr/>
        <a:lstStyle/>
        <a:p>
          <a:endParaRPr lang="en-IN"/>
        </a:p>
      </dgm:t>
    </dgm:pt>
    <dgm:pt modelId="{8FE0625E-AEFB-4FC6-90BD-412D330F9311}" type="sibTrans" cxnId="{C75E1B16-16F1-4CE2-8435-8B973732D7BD}">
      <dgm:prSet/>
      <dgm:spPr/>
      <dgm:t>
        <a:bodyPr/>
        <a:lstStyle/>
        <a:p>
          <a:endParaRPr lang="en-IN"/>
        </a:p>
      </dgm:t>
    </dgm:pt>
    <dgm:pt modelId="{D4A9B8AB-E4F4-4D0F-B2BD-49B2329F98C5}">
      <dgm:prSet/>
      <dgm:spPr/>
      <dgm:t>
        <a:bodyPr/>
        <a:lstStyle/>
        <a:p>
          <a:r>
            <a:rPr lang="en-IN" b="1" dirty="0">
              <a:solidFill>
                <a:srgbClr val="7030A0"/>
              </a:solidFill>
            </a:rPr>
            <a:t>1. User Feedback</a:t>
          </a:r>
          <a:br>
            <a:rPr lang="en-IN" dirty="0">
              <a:solidFill>
                <a:srgbClr val="7030A0"/>
              </a:solidFill>
            </a:rPr>
          </a:br>
          <a:r>
            <a:rPr lang="en-IN" i="1" dirty="0">
              <a:solidFill>
                <a:srgbClr val="7030A0"/>
              </a:solidFill>
            </a:rPr>
            <a:t>Solved / Not Solved</a:t>
          </a:r>
          <a:endParaRPr lang="en-IN" dirty="0">
            <a:solidFill>
              <a:srgbClr val="7030A0"/>
            </a:solidFill>
          </a:endParaRPr>
        </a:p>
      </dgm:t>
    </dgm:pt>
    <dgm:pt modelId="{AC70426A-08A0-4B62-8432-DAF4CC5F3D63}" type="parTrans" cxnId="{94EB198E-3D25-4A62-9651-B5A966933552}">
      <dgm:prSet/>
      <dgm:spPr/>
      <dgm:t>
        <a:bodyPr/>
        <a:lstStyle/>
        <a:p>
          <a:endParaRPr lang="en-IN"/>
        </a:p>
      </dgm:t>
    </dgm:pt>
    <dgm:pt modelId="{C7AA912E-4BE7-49AC-B6EB-542DDC1E0514}" type="sibTrans" cxnId="{94EB198E-3D25-4A62-9651-B5A966933552}">
      <dgm:prSet/>
      <dgm:spPr/>
      <dgm:t>
        <a:bodyPr/>
        <a:lstStyle/>
        <a:p>
          <a:endParaRPr lang="en-IN"/>
        </a:p>
      </dgm:t>
    </dgm:pt>
    <dgm:pt modelId="{06F628DA-0903-42A9-AE32-A82BC08D4520}">
      <dgm:prSet/>
      <dgm:spPr/>
      <dgm:t>
        <a:bodyPr/>
        <a:lstStyle/>
        <a:p>
          <a:r>
            <a:rPr lang="en-IN" b="1" dirty="0">
              <a:solidFill>
                <a:srgbClr val="7030A0"/>
              </a:solidFill>
            </a:rPr>
            <a:t>2. Experience Learning</a:t>
          </a:r>
          <a:br>
            <a:rPr lang="en-IN" dirty="0">
              <a:solidFill>
                <a:srgbClr val="7030A0"/>
              </a:solidFill>
            </a:rPr>
          </a:br>
          <a:r>
            <a:rPr lang="en-IN" i="1" dirty="0">
              <a:solidFill>
                <a:srgbClr val="7030A0"/>
              </a:solidFill>
            </a:rPr>
            <a:t>Analyse successful &amp; failed solutions</a:t>
          </a:r>
          <a:endParaRPr lang="en-IN" dirty="0">
            <a:solidFill>
              <a:srgbClr val="7030A0"/>
            </a:solidFill>
          </a:endParaRPr>
        </a:p>
      </dgm:t>
    </dgm:pt>
    <dgm:pt modelId="{F6689EEA-936C-4456-9953-C30568148125}" type="parTrans" cxnId="{0AFCCE46-7C2D-420E-AA32-3723D4A57724}">
      <dgm:prSet/>
      <dgm:spPr/>
      <dgm:t>
        <a:bodyPr/>
        <a:lstStyle/>
        <a:p>
          <a:endParaRPr lang="en-IN"/>
        </a:p>
      </dgm:t>
    </dgm:pt>
    <dgm:pt modelId="{C481C2A1-F85D-4366-9607-330D60A9A374}" type="sibTrans" cxnId="{0AFCCE46-7C2D-420E-AA32-3723D4A57724}">
      <dgm:prSet/>
      <dgm:spPr/>
      <dgm:t>
        <a:bodyPr/>
        <a:lstStyle/>
        <a:p>
          <a:endParaRPr lang="en-IN"/>
        </a:p>
      </dgm:t>
    </dgm:pt>
    <dgm:pt modelId="{563E443F-12C6-4A3D-B684-63CFA8999532}">
      <dgm:prSet/>
      <dgm:spPr/>
      <dgm:t>
        <a:bodyPr/>
        <a:lstStyle/>
        <a:p>
          <a:r>
            <a:rPr lang="en-IN" b="1" dirty="0">
              <a:solidFill>
                <a:srgbClr val="7030A0"/>
              </a:solidFill>
            </a:rPr>
            <a:t>3. Improve Future Responses</a:t>
          </a:r>
          <a:br>
            <a:rPr lang="en-IN" dirty="0">
              <a:solidFill>
                <a:srgbClr val="7030A0"/>
              </a:solidFill>
            </a:rPr>
          </a:br>
          <a:r>
            <a:rPr lang="en-IN" i="1" dirty="0">
              <a:solidFill>
                <a:srgbClr val="7030A0"/>
              </a:solidFill>
            </a:rPr>
            <a:t>Better retrieval, more accurate solutions</a:t>
          </a:r>
          <a:endParaRPr lang="en-IN" dirty="0">
            <a:solidFill>
              <a:srgbClr val="7030A0"/>
            </a:solidFill>
          </a:endParaRPr>
        </a:p>
      </dgm:t>
    </dgm:pt>
    <dgm:pt modelId="{07B9E9B7-3ABB-4236-B159-DF6300625776}" type="parTrans" cxnId="{9C25897E-8FF1-487E-967B-99045B2B46FE}">
      <dgm:prSet/>
      <dgm:spPr/>
      <dgm:t>
        <a:bodyPr/>
        <a:lstStyle/>
        <a:p>
          <a:endParaRPr lang="en-IN"/>
        </a:p>
      </dgm:t>
    </dgm:pt>
    <dgm:pt modelId="{C7BB6487-333B-4CE4-8F9E-597C707F61F0}" type="sibTrans" cxnId="{9C25897E-8FF1-487E-967B-99045B2B46FE}">
      <dgm:prSet/>
      <dgm:spPr/>
      <dgm:t>
        <a:bodyPr/>
        <a:lstStyle/>
        <a:p>
          <a:endParaRPr lang="en-IN"/>
        </a:p>
      </dgm:t>
    </dgm:pt>
    <dgm:pt modelId="{DCEF0686-93AC-490D-9E4B-BA1914A99E9E}" type="pres">
      <dgm:prSet presAssocID="{B13F1782-3543-4BBF-A27B-DD83C615994F}" presName="Name0" presStyleCnt="0">
        <dgm:presLayoutVars>
          <dgm:dir/>
          <dgm:resizeHandles val="exact"/>
        </dgm:presLayoutVars>
      </dgm:prSet>
      <dgm:spPr/>
    </dgm:pt>
    <dgm:pt modelId="{4A1A19F4-0F9D-4AF2-8744-E9CE22A2050F}" type="pres">
      <dgm:prSet presAssocID="{B13F1782-3543-4BBF-A27B-DD83C615994F}" presName="arrow" presStyleLbl="bgShp" presStyleIdx="0" presStyleCnt="1"/>
      <dgm:spPr>
        <a:solidFill>
          <a:srgbClr val="CCCCFF"/>
        </a:solidFill>
      </dgm:spPr>
    </dgm:pt>
    <dgm:pt modelId="{DCCFD094-9227-4E6D-AB8F-E6C642AF20B8}" type="pres">
      <dgm:prSet presAssocID="{B13F1782-3543-4BBF-A27B-DD83C615994F}" presName="points" presStyleCnt="0"/>
      <dgm:spPr/>
    </dgm:pt>
    <dgm:pt modelId="{C8CE55AC-64FB-49B3-A5B2-B757BF258698}" type="pres">
      <dgm:prSet presAssocID="{0E706A8C-2354-46E3-9B77-EE7DBFCF4743}" presName="compositeA" presStyleCnt="0"/>
      <dgm:spPr/>
    </dgm:pt>
    <dgm:pt modelId="{C54D3284-3352-4DD2-B903-A36A0540BA49}" type="pres">
      <dgm:prSet presAssocID="{0E706A8C-2354-46E3-9B77-EE7DBFCF4743}" presName="textA" presStyleLbl="revTx" presStyleIdx="0" presStyleCnt="4">
        <dgm:presLayoutVars>
          <dgm:bulletEnabled val="1"/>
        </dgm:presLayoutVars>
      </dgm:prSet>
      <dgm:spPr/>
    </dgm:pt>
    <dgm:pt modelId="{9315ADFD-72AB-427D-8642-AF882169CBE3}" type="pres">
      <dgm:prSet presAssocID="{0E706A8C-2354-46E3-9B77-EE7DBFCF4743}" presName="circleA" presStyleLbl="node1" presStyleIdx="0" presStyleCnt="4"/>
      <dgm:spPr>
        <a:solidFill>
          <a:srgbClr val="7030A0"/>
        </a:solidFill>
      </dgm:spPr>
    </dgm:pt>
    <dgm:pt modelId="{065A2750-3ACD-4DD5-9276-20F07FB903F0}" type="pres">
      <dgm:prSet presAssocID="{0E706A8C-2354-46E3-9B77-EE7DBFCF4743}" presName="spaceA" presStyleCnt="0"/>
      <dgm:spPr/>
    </dgm:pt>
    <dgm:pt modelId="{88124047-EFB3-4243-80DE-025D836EA853}" type="pres">
      <dgm:prSet presAssocID="{8FE0625E-AEFB-4FC6-90BD-412D330F9311}" presName="space" presStyleCnt="0"/>
      <dgm:spPr/>
    </dgm:pt>
    <dgm:pt modelId="{D0C46253-E455-410D-96E3-CB003D1B27C6}" type="pres">
      <dgm:prSet presAssocID="{D4A9B8AB-E4F4-4D0F-B2BD-49B2329F98C5}" presName="compositeB" presStyleCnt="0"/>
      <dgm:spPr/>
    </dgm:pt>
    <dgm:pt modelId="{8AA9C7CA-D80C-470F-9E9C-272657337754}" type="pres">
      <dgm:prSet presAssocID="{D4A9B8AB-E4F4-4D0F-B2BD-49B2329F98C5}" presName="textB" presStyleLbl="revTx" presStyleIdx="1" presStyleCnt="4">
        <dgm:presLayoutVars>
          <dgm:bulletEnabled val="1"/>
        </dgm:presLayoutVars>
      </dgm:prSet>
      <dgm:spPr/>
    </dgm:pt>
    <dgm:pt modelId="{5DE87576-2C6F-46BB-A0AE-C60EDC27D5D6}" type="pres">
      <dgm:prSet presAssocID="{D4A9B8AB-E4F4-4D0F-B2BD-49B2329F98C5}" presName="circleB" presStyleLbl="node1" presStyleIdx="1" presStyleCnt="4"/>
      <dgm:spPr>
        <a:solidFill>
          <a:srgbClr val="7030A0"/>
        </a:solidFill>
      </dgm:spPr>
    </dgm:pt>
    <dgm:pt modelId="{C2709542-C1A7-4F88-A007-9351412A5773}" type="pres">
      <dgm:prSet presAssocID="{D4A9B8AB-E4F4-4D0F-B2BD-49B2329F98C5}" presName="spaceB" presStyleCnt="0"/>
      <dgm:spPr/>
    </dgm:pt>
    <dgm:pt modelId="{8541D4FB-8405-4CD3-8281-683892CCFC54}" type="pres">
      <dgm:prSet presAssocID="{C7AA912E-4BE7-49AC-B6EB-542DDC1E0514}" presName="space" presStyleCnt="0"/>
      <dgm:spPr/>
    </dgm:pt>
    <dgm:pt modelId="{5DCD3AAA-6201-4DA1-A91F-830C756DC6E0}" type="pres">
      <dgm:prSet presAssocID="{06F628DA-0903-42A9-AE32-A82BC08D4520}" presName="compositeA" presStyleCnt="0"/>
      <dgm:spPr/>
    </dgm:pt>
    <dgm:pt modelId="{3098D095-2FF4-407A-B268-FD540A5124D9}" type="pres">
      <dgm:prSet presAssocID="{06F628DA-0903-42A9-AE32-A82BC08D4520}" presName="textA" presStyleLbl="revTx" presStyleIdx="2" presStyleCnt="4">
        <dgm:presLayoutVars>
          <dgm:bulletEnabled val="1"/>
        </dgm:presLayoutVars>
      </dgm:prSet>
      <dgm:spPr/>
    </dgm:pt>
    <dgm:pt modelId="{D15278E4-45BF-4A21-B722-0A46B7FAB3C0}" type="pres">
      <dgm:prSet presAssocID="{06F628DA-0903-42A9-AE32-A82BC08D4520}" presName="circleA" presStyleLbl="node1" presStyleIdx="2" presStyleCnt="4"/>
      <dgm:spPr>
        <a:solidFill>
          <a:srgbClr val="7030A0"/>
        </a:solidFill>
      </dgm:spPr>
    </dgm:pt>
    <dgm:pt modelId="{99C550CA-175B-441E-B530-A67F5C907F6B}" type="pres">
      <dgm:prSet presAssocID="{06F628DA-0903-42A9-AE32-A82BC08D4520}" presName="spaceA" presStyleCnt="0"/>
      <dgm:spPr/>
    </dgm:pt>
    <dgm:pt modelId="{7C077D14-05C0-4019-A0B5-37126AC713F5}" type="pres">
      <dgm:prSet presAssocID="{C481C2A1-F85D-4366-9607-330D60A9A374}" presName="space" presStyleCnt="0"/>
      <dgm:spPr/>
    </dgm:pt>
    <dgm:pt modelId="{B8ED9F1B-47D1-463C-84D7-A0311EA294E6}" type="pres">
      <dgm:prSet presAssocID="{563E443F-12C6-4A3D-B684-63CFA8999532}" presName="compositeB" presStyleCnt="0"/>
      <dgm:spPr/>
    </dgm:pt>
    <dgm:pt modelId="{1DF7EEBB-58DA-4B16-A1B2-C852E55B0F2B}" type="pres">
      <dgm:prSet presAssocID="{563E443F-12C6-4A3D-B684-63CFA8999532}" presName="textB" presStyleLbl="revTx" presStyleIdx="3" presStyleCnt="4">
        <dgm:presLayoutVars>
          <dgm:bulletEnabled val="1"/>
        </dgm:presLayoutVars>
      </dgm:prSet>
      <dgm:spPr/>
    </dgm:pt>
    <dgm:pt modelId="{F702FCAF-2F94-494B-8D43-DAA7B4630878}" type="pres">
      <dgm:prSet presAssocID="{563E443F-12C6-4A3D-B684-63CFA8999532}" presName="circleB" presStyleLbl="node1" presStyleIdx="3" presStyleCnt="4"/>
      <dgm:spPr>
        <a:solidFill>
          <a:srgbClr val="7030A0"/>
        </a:solidFill>
      </dgm:spPr>
    </dgm:pt>
    <dgm:pt modelId="{C86A26CD-9322-40ED-9FED-4A2F158406FC}" type="pres">
      <dgm:prSet presAssocID="{563E443F-12C6-4A3D-B684-63CFA8999532}" presName="spaceB" presStyleCnt="0"/>
      <dgm:spPr/>
    </dgm:pt>
  </dgm:ptLst>
  <dgm:cxnLst>
    <dgm:cxn modelId="{C75E1B16-16F1-4CE2-8435-8B973732D7BD}" srcId="{B13F1782-3543-4BBF-A27B-DD83C615994F}" destId="{0E706A8C-2354-46E3-9B77-EE7DBFCF4743}" srcOrd="0" destOrd="0" parTransId="{CFF59B2A-C4AB-44B7-B219-FD41323C63D8}" sibTransId="{8FE0625E-AEFB-4FC6-90BD-412D330F9311}"/>
    <dgm:cxn modelId="{0AFCCE46-7C2D-420E-AA32-3723D4A57724}" srcId="{B13F1782-3543-4BBF-A27B-DD83C615994F}" destId="{06F628DA-0903-42A9-AE32-A82BC08D4520}" srcOrd="2" destOrd="0" parTransId="{F6689EEA-936C-4456-9953-C30568148125}" sibTransId="{C481C2A1-F85D-4366-9607-330D60A9A374}"/>
    <dgm:cxn modelId="{B393B774-E513-4F2F-8D38-53069FE57FE5}" type="presOf" srcId="{06F628DA-0903-42A9-AE32-A82BC08D4520}" destId="{3098D095-2FF4-407A-B268-FD540A5124D9}" srcOrd="0" destOrd="0" presId="urn:microsoft.com/office/officeart/2005/8/layout/hProcess11"/>
    <dgm:cxn modelId="{9C25897E-8FF1-487E-967B-99045B2B46FE}" srcId="{B13F1782-3543-4BBF-A27B-DD83C615994F}" destId="{563E443F-12C6-4A3D-B684-63CFA8999532}" srcOrd="3" destOrd="0" parTransId="{07B9E9B7-3ABB-4236-B159-DF6300625776}" sibTransId="{C7BB6487-333B-4CE4-8F9E-597C707F61F0}"/>
    <dgm:cxn modelId="{94EB198E-3D25-4A62-9651-B5A966933552}" srcId="{B13F1782-3543-4BBF-A27B-DD83C615994F}" destId="{D4A9B8AB-E4F4-4D0F-B2BD-49B2329F98C5}" srcOrd="1" destOrd="0" parTransId="{AC70426A-08A0-4B62-8432-DAF4CC5F3D63}" sibTransId="{C7AA912E-4BE7-49AC-B6EB-542DDC1E0514}"/>
    <dgm:cxn modelId="{CDA369AE-41A2-402A-8311-CA7D4C468404}" type="presOf" srcId="{D4A9B8AB-E4F4-4D0F-B2BD-49B2329F98C5}" destId="{8AA9C7CA-D80C-470F-9E9C-272657337754}" srcOrd="0" destOrd="0" presId="urn:microsoft.com/office/officeart/2005/8/layout/hProcess11"/>
    <dgm:cxn modelId="{16C520B6-AC9D-4D20-93B6-CE62ED923529}" type="presOf" srcId="{B13F1782-3543-4BBF-A27B-DD83C615994F}" destId="{DCEF0686-93AC-490D-9E4B-BA1914A99E9E}" srcOrd="0" destOrd="0" presId="urn:microsoft.com/office/officeart/2005/8/layout/hProcess11"/>
    <dgm:cxn modelId="{4516CBC9-8ABF-4058-8B23-961441E773E1}" type="presOf" srcId="{0E706A8C-2354-46E3-9B77-EE7DBFCF4743}" destId="{C54D3284-3352-4DD2-B903-A36A0540BA49}" srcOrd="0" destOrd="0" presId="urn:microsoft.com/office/officeart/2005/8/layout/hProcess11"/>
    <dgm:cxn modelId="{084851DC-668E-4CAF-89BA-33E010FF55B8}" type="presOf" srcId="{563E443F-12C6-4A3D-B684-63CFA8999532}" destId="{1DF7EEBB-58DA-4B16-A1B2-C852E55B0F2B}" srcOrd="0" destOrd="0" presId="urn:microsoft.com/office/officeart/2005/8/layout/hProcess11"/>
    <dgm:cxn modelId="{56D22A2C-0CFA-47EC-BF57-655801DC87D5}" type="presParOf" srcId="{DCEF0686-93AC-490D-9E4B-BA1914A99E9E}" destId="{4A1A19F4-0F9D-4AF2-8744-E9CE22A2050F}" srcOrd="0" destOrd="0" presId="urn:microsoft.com/office/officeart/2005/8/layout/hProcess11"/>
    <dgm:cxn modelId="{E75AD746-6348-4AA8-815E-273F271D8ABC}" type="presParOf" srcId="{DCEF0686-93AC-490D-9E4B-BA1914A99E9E}" destId="{DCCFD094-9227-4E6D-AB8F-E6C642AF20B8}" srcOrd="1" destOrd="0" presId="urn:microsoft.com/office/officeart/2005/8/layout/hProcess11"/>
    <dgm:cxn modelId="{93B8C5BF-7905-45D7-AF88-4A2A32361277}" type="presParOf" srcId="{DCCFD094-9227-4E6D-AB8F-E6C642AF20B8}" destId="{C8CE55AC-64FB-49B3-A5B2-B757BF258698}" srcOrd="0" destOrd="0" presId="urn:microsoft.com/office/officeart/2005/8/layout/hProcess11"/>
    <dgm:cxn modelId="{259D7365-8253-47C0-8906-BF0EF4A2861B}" type="presParOf" srcId="{C8CE55AC-64FB-49B3-A5B2-B757BF258698}" destId="{C54D3284-3352-4DD2-B903-A36A0540BA49}" srcOrd="0" destOrd="0" presId="urn:microsoft.com/office/officeart/2005/8/layout/hProcess11"/>
    <dgm:cxn modelId="{96A260F9-B71B-4396-B750-507EE1695D25}" type="presParOf" srcId="{C8CE55AC-64FB-49B3-A5B2-B757BF258698}" destId="{9315ADFD-72AB-427D-8642-AF882169CBE3}" srcOrd="1" destOrd="0" presId="urn:microsoft.com/office/officeart/2005/8/layout/hProcess11"/>
    <dgm:cxn modelId="{9BF549BE-3739-4234-BC04-C8211C1C0C56}" type="presParOf" srcId="{C8CE55AC-64FB-49B3-A5B2-B757BF258698}" destId="{065A2750-3ACD-4DD5-9276-20F07FB903F0}" srcOrd="2" destOrd="0" presId="urn:microsoft.com/office/officeart/2005/8/layout/hProcess11"/>
    <dgm:cxn modelId="{14EFC37A-6C14-45C3-865F-E924A27990FD}" type="presParOf" srcId="{DCCFD094-9227-4E6D-AB8F-E6C642AF20B8}" destId="{88124047-EFB3-4243-80DE-025D836EA853}" srcOrd="1" destOrd="0" presId="urn:microsoft.com/office/officeart/2005/8/layout/hProcess11"/>
    <dgm:cxn modelId="{FD9443F0-AA9B-406D-991D-72ADDEC48ACC}" type="presParOf" srcId="{DCCFD094-9227-4E6D-AB8F-E6C642AF20B8}" destId="{D0C46253-E455-410D-96E3-CB003D1B27C6}" srcOrd="2" destOrd="0" presId="urn:microsoft.com/office/officeart/2005/8/layout/hProcess11"/>
    <dgm:cxn modelId="{1AC7B0C5-A9CE-4BB7-8166-340810CCB062}" type="presParOf" srcId="{D0C46253-E455-410D-96E3-CB003D1B27C6}" destId="{8AA9C7CA-D80C-470F-9E9C-272657337754}" srcOrd="0" destOrd="0" presId="urn:microsoft.com/office/officeart/2005/8/layout/hProcess11"/>
    <dgm:cxn modelId="{86963263-5A17-4966-BFF4-91491D13C716}" type="presParOf" srcId="{D0C46253-E455-410D-96E3-CB003D1B27C6}" destId="{5DE87576-2C6F-46BB-A0AE-C60EDC27D5D6}" srcOrd="1" destOrd="0" presId="urn:microsoft.com/office/officeart/2005/8/layout/hProcess11"/>
    <dgm:cxn modelId="{D09FA0B3-154B-4C25-AFC7-CAA290531669}" type="presParOf" srcId="{D0C46253-E455-410D-96E3-CB003D1B27C6}" destId="{C2709542-C1A7-4F88-A007-9351412A5773}" srcOrd="2" destOrd="0" presId="urn:microsoft.com/office/officeart/2005/8/layout/hProcess11"/>
    <dgm:cxn modelId="{5430EF0F-DCC5-4757-BC8D-F37867A96D48}" type="presParOf" srcId="{DCCFD094-9227-4E6D-AB8F-E6C642AF20B8}" destId="{8541D4FB-8405-4CD3-8281-683892CCFC54}" srcOrd="3" destOrd="0" presId="urn:microsoft.com/office/officeart/2005/8/layout/hProcess11"/>
    <dgm:cxn modelId="{349D36D6-E972-4776-91AB-57F81F8DA078}" type="presParOf" srcId="{DCCFD094-9227-4E6D-AB8F-E6C642AF20B8}" destId="{5DCD3AAA-6201-4DA1-A91F-830C756DC6E0}" srcOrd="4" destOrd="0" presId="urn:microsoft.com/office/officeart/2005/8/layout/hProcess11"/>
    <dgm:cxn modelId="{9DCEE287-59DB-4987-B8F1-3FDFFBBB7155}" type="presParOf" srcId="{5DCD3AAA-6201-4DA1-A91F-830C756DC6E0}" destId="{3098D095-2FF4-407A-B268-FD540A5124D9}" srcOrd="0" destOrd="0" presId="urn:microsoft.com/office/officeart/2005/8/layout/hProcess11"/>
    <dgm:cxn modelId="{623B16AA-1F8B-449D-9CA4-308271BAC97C}" type="presParOf" srcId="{5DCD3AAA-6201-4DA1-A91F-830C756DC6E0}" destId="{D15278E4-45BF-4A21-B722-0A46B7FAB3C0}" srcOrd="1" destOrd="0" presId="urn:microsoft.com/office/officeart/2005/8/layout/hProcess11"/>
    <dgm:cxn modelId="{B6029E6D-BA00-4ECA-821F-987DAB2C3E5B}" type="presParOf" srcId="{5DCD3AAA-6201-4DA1-A91F-830C756DC6E0}" destId="{99C550CA-175B-441E-B530-A67F5C907F6B}" srcOrd="2" destOrd="0" presId="urn:microsoft.com/office/officeart/2005/8/layout/hProcess11"/>
    <dgm:cxn modelId="{4FE3A7F9-127E-43ED-881A-FBB5F0E94FB4}" type="presParOf" srcId="{DCCFD094-9227-4E6D-AB8F-E6C642AF20B8}" destId="{7C077D14-05C0-4019-A0B5-37126AC713F5}" srcOrd="5" destOrd="0" presId="urn:microsoft.com/office/officeart/2005/8/layout/hProcess11"/>
    <dgm:cxn modelId="{4F9E0D07-F18D-499E-B78C-863AD8F57648}" type="presParOf" srcId="{DCCFD094-9227-4E6D-AB8F-E6C642AF20B8}" destId="{B8ED9F1B-47D1-463C-84D7-A0311EA294E6}" srcOrd="6" destOrd="0" presId="urn:microsoft.com/office/officeart/2005/8/layout/hProcess11"/>
    <dgm:cxn modelId="{766D4219-1023-45FE-BE3D-420FF27C571C}" type="presParOf" srcId="{B8ED9F1B-47D1-463C-84D7-A0311EA294E6}" destId="{1DF7EEBB-58DA-4B16-A1B2-C852E55B0F2B}" srcOrd="0" destOrd="0" presId="urn:microsoft.com/office/officeart/2005/8/layout/hProcess11"/>
    <dgm:cxn modelId="{73FC3284-A0AF-46E2-B4BB-5451A0D34C85}" type="presParOf" srcId="{B8ED9F1B-47D1-463C-84D7-A0311EA294E6}" destId="{F702FCAF-2F94-494B-8D43-DAA7B4630878}" srcOrd="1" destOrd="0" presId="urn:microsoft.com/office/officeart/2005/8/layout/hProcess11"/>
    <dgm:cxn modelId="{9384B196-272A-4ABD-B9CD-670AF56B90A5}" type="presParOf" srcId="{B8ED9F1B-47D1-463C-84D7-A0311EA294E6}" destId="{C86A26CD-9322-40ED-9FED-4A2F158406FC}" srcOrd="2" destOrd="0" presId="urn:microsoft.com/office/officeart/2005/8/layout/hProcess1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F861301-EC31-4051-8EB0-D8D06A61D326}"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E0FCA69C-26D5-42E0-BB48-5E4F373D2E27}">
      <dgm:prSet/>
      <dgm:spPr>
        <a:solidFill>
          <a:srgbClr val="704EA6"/>
        </a:solidFill>
      </dgm:spPr>
      <dgm:t>
        <a:bodyPr/>
        <a:lstStyle/>
        <a:p>
          <a:r>
            <a:rPr lang="en-IN" b="1" dirty="0"/>
            <a:t>Seed scenario replay</a:t>
          </a:r>
        </a:p>
        <a:p>
          <a:r>
            <a:rPr lang="en-IN" b="0" dirty="0"/>
            <a:t>Any of the 20 supplied complaints to exact cache hit, less than 1ms, fully schema-valid plan</a:t>
          </a:r>
          <a:endParaRPr lang="en-IN" dirty="0"/>
        </a:p>
      </dgm:t>
    </dgm:pt>
    <dgm:pt modelId="{CD2F81A2-078A-49AA-8C60-88C4BBC6F814}" type="parTrans" cxnId="{F3A587C4-784A-4C01-8537-E8F9C2D242CA}">
      <dgm:prSet/>
      <dgm:spPr/>
      <dgm:t>
        <a:bodyPr/>
        <a:lstStyle/>
        <a:p>
          <a:endParaRPr lang="en-IN"/>
        </a:p>
      </dgm:t>
    </dgm:pt>
    <dgm:pt modelId="{46BE624D-D4D7-4F0B-B2B0-6B6819306D2B}" type="sibTrans" cxnId="{F3A587C4-784A-4C01-8537-E8F9C2D242CA}">
      <dgm:prSet/>
      <dgm:spPr/>
      <dgm:t>
        <a:bodyPr/>
        <a:lstStyle/>
        <a:p>
          <a:endParaRPr lang="en-IN"/>
        </a:p>
      </dgm:t>
    </dgm:pt>
    <dgm:pt modelId="{8AC4C772-48D5-4AC7-9587-577632A017E5}">
      <dgm:prSet/>
      <dgm:spPr>
        <a:solidFill>
          <a:srgbClr val="704EA6"/>
        </a:solidFill>
      </dgm:spPr>
      <dgm:t>
        <a:bodyPr/>
        <a:lstStyle/>
        <a:p>
          <a:r>
            <a:rPr lang="en-IN" b="1" dirty="0"/>
            <a:t>Unseen scenario</a:t>
          </a:r>
        </a:p>
        <a:p>
          <a:r>
            <a:rPr lang="en-IN" b="0" dirty="0"/>
            <a:t>A speaker-distortion complaint never seen in the kit to correctly extracted, ordered, zero rule violations</a:t>
          </a:r>
          <a:endParaRPr lang="en-IN" dirty="0"/>
        </a:p>
      </dgm:t>
    </dgm:pt>
    <dgm:pt modelId="{AF853CED-D474-48BD-9F1D-AD0A1BBC3F29}" type="parTrans" cxnId="{E21760D9-088F-4358-A2A7-BAE3237CDDF2}">
      <dgm:prSet/>
      <dgm:spPr/>
      <dgm:t>
        <a:bodyPr/>
        <a:lstStyle/>
        <a:p>
          <a:endParaRPr lang="en-IN"/>
        </a:p>
      </dgm:t>
    </dgm:pt>
    <dgm:pt modelId="{2A2CC78E-A5FD-49B5-B1FD-8D84883D00D4}" type="sibTrans" cxnId="{E21760D9-088F-4358-A2A7-BAE3237CDDF2}">
      <dgm:prSet/>
      <dgm:spPr/>
      <dgm:t>
        <a:bodyPr/>
        <a:lstStyle/>
        <a:p>
          <a:endParaRPr lang="en-IN"/>
        </a:p>
      </dgm:t>
    </dgm:pt>
    <dgm:pt modelId="{10517E32-2FD5-47A1-A2FB-19AB0D4D0BF4}">
      <dgm:prSet/>
      <dgm:spPr>
        <a:solidFill>
          <a:srgbClr val="704EA6"/>
        </a:solidFill>
      </dgm:spPr>
      <dgm:t>
        <a:bodyPr/>
        <a:lstStyle/>
        <a:p>
          <a:r>
            <a:rPr lang="en-IN" b="1" dirty="0"/>
            <a:t>No-context fallback</a:t>
          </a:r>
        </a:p>
        <a:p>
          <a:r>
            <a:rPr lang="en-IN" b="0" dirty="0"/>
            <a:t>Query with no </a:t>
          </a:r>
          <a:r>
            <a:rPr lang="en-IN" b="0" dirty="0" err="1"/>
            <a:t>siis_response</a:t>
          </a:r>
          <a:r>
            <a:rPr lang="en-IN" b="0" dirty="0"/>
            <a:t> and no cache match to empty contexts + fallback: “</a:t>
          </a:r>
          <a:r>
            <a:rPr lang="en-IN" b="0" dirty="0" err="1"/>
            <a:t>no_siis_context</a:t>
          </a:r>
          <a:r>
            <a:rPr lang="en-IN" b="0" dirty="0"/>
            <a:t>” will never a guess</a:t>
          </a:r>
          <a:endParaRPr lang="en-IN" dirty="0"/>
        </a:p>
      </dgm:t>
    </dgm:pt>
    <dgm:pt modelId="{C33FF481-D8EC-4DC0-90EC-425AD5B2F468}" type="parTrans" cxnId="{2D3F5A38-DB88-4245-AE4A-A86DCCFF8E82}">
      <dgm:prSet/>
      <dgm:spPr/>
      <dgm:t>
        <a:bodyPr/>
        <a:lstStyle/>
        <a:p>
          <a:endParaRPr lang="en-IN"/>
        </a:p>
      </dgm:t>
    </dgm:pt>
    <dgm:pt modelId="{3141CED4-A5A0-4BB0-877B-B23886FF1171}" type="sibTrans" cxnId="{2D3F5A38-DB88-4245-AE4A-A86DCCFF8E82}">
      <dgm:prSet/>
      <dgm:spPr/>
      <dgm:t>
        <a:bodyPr/>
        <a:lstStyle/>
        <a:p>
          <a:endParaRPr lang="en-IN"/>
        </a:p>
      </dgm:t>
    </dgm:pt>
    <dgm:pt modelId="{B3A4B04B-BED8-49E0-B825-FD4913891024}">
      <dgm:prSet/>
      <dgm:spPr>
        <a:solidFill>
          <a:srgbClr val="704EA6"/>
        </a:solidFill>
      </dgm:spPr>
      <dgm:t>
        <a:bodyPr/>
        <a:lstStyle/>
        <a:p>
          <a:r>
            <a:rPr lang="en-IN" b="1" dirty="0"/>
            <a:t>Try it</a:t>
          </a:r>
        </a:p>
        <a:p>
          <a:endParaRPr lang="en-IN" b="0" dirty="0"/>
        </a:p>
        <a:p>
          <a:r>
            <a:rPr lang="en-IN" b="0" dirty="0"/>
            <a:t>POST /v1/troubleshoot  {"query": "..."}   to  GET /health</a:t>
          </a:r>
          <a:endParaRPr lang="en-IN" dirty="0"/>
        </a:p>
      </dgm:t>
    </dgm:pt>
    <dgm:pt modelId="{0A3D704D-5857-4240-875E-0536EFC95DFB}" type="parTrans" cxnId="{4C084C2D-769F-4ED7-B407-786856606F39}">
      <dgm:prSet/>
      <dgm:spPr/>
      <dgm:t>
        <a:bodyPr/>
        <a:lstStyle/>
        <a:p>
          <a:endParaRPr lang="en-IN"/>
        </a:p>
      </dgm:t>
    </dgm:pt>
    <dgm:pt modelId="{24B1D2B3-C3F7-4886-B95D-733167DE15C9}" type="sibTrans" cxnId="{4C084C2D-769F-4ED7-B407-786856606F39}">
      <dgm:prSet/>
      <dgm:spPr/>
      <dgm:t>
        <a:bodyPr/>
        <a:lstStyle/>
        <a:p>
          <a:endParaRPr lang="en-IN"/>
        </a:p>
      </dgm:t>
    </dgm:pt>
    <dgm:pt modelId="{D362EC08-1BC6-4730-9627-BD8707493B83}" type="pres">
      <dgm:prSet presAssocID="{2F861301-EC31-4051-8EB0-D8D06A61D326}" presName="CompostProcess" presStyleCnt="0">
        <dgm:presLayoutVars>
          <dgm:dir/>
          <dgm:resizeHandles val="exact"/>
        </dgm:presLayoutVars>
      </dgm:prSet>
      <dgm:spPr/>
    </dgm:pt>
    <dgm:pt modelId="{19AB121B-BA7A-4E27-AFF9-EC6D0034FFAE}" type="pres">
      <dgm:prSet presAssocID="{2F861301-EC31-4051-8EB0-D8D06A61D326}" presName="arrow" presStyleLbl="bgShp" presStyleIdx="0" presStyleCnt="1"/>
      <dgm:spPr>
        <a:solidFill>
          <a:srgbClr val="CCCCFF"/>
        </a:solidFill>
      </dgm:spPr>
    </dgm:pt>
    <dgm:pt modelId="{EC8DD2AA-545B-45DC-8B34-FB1EE0F3FEB1}" type="pres">
      <dgm:prSet presAssocID="{2F861301-EC31-4051-8EB0-D8D06A61D326}" presName="linearProcess" presStyleCnt="0"/>
      <dgm:spPr/>
    </dgm:pt>
    <dgm:pt modelId="{CEA9E2D7-891F-4E11-87F5-2C5A90568051}" type="pres">
      <dgm:prSet presAssocID="{E0FCA69C-26D5-42E0-BB48-5E4F373D2E27}" presName="textNode" presStyleLbl="node1" presStyleIdx="0" presStyleCnt="4">
        <dgm:presLayoutVars>
          <dgm:bulletEnabled val="1"/>
        </dgm:presLayoutVars>
      </dgm:prSet>
      <dgm:spPr/>
    </dgm:pt>
    <dgm:pt modelId="{927D2088-42BE-475B-9C5F-A018B05960A6}" type="pres">
      <dgm:prSet presAssocID="{46BE624D-D4D7-4F0B-B2B0-6B6819306D2B}" presName="sibTrans" presStyleCnt="0"/>
      <dgm:spPr/>
    </dgm:pt>
    <dgm:pt modelId="{65FC1D60-66D3-4D29-8ACB-DE59426524D9}" type="pres">
      <dgm:prSet presAssocID="{8AC4C772-48D5-4AC7-9587-577632A017E5}" presName="textNode" presStyleLbl="node1" presStyleIdx="1" presStyleCnt="4">
        <dgm:presLayoutVars>
          <dgm:bulletEnabled val="1"/>
        </dgm:presLayoutVars>
      </dgm:prSet>
      <dgm:spPr/>
    </dgm:pt>
    <dgm:pt modelId="{25359530-A266-43AC-9ACD-99AD3B1BB79F}" type="pres">
      <dgm:prSet presAssocID="{2A2CC78E-A5FD-49B5-B1FD-8D84883D00D4}" presName="sibTrans" presStyleCnt="0"/>
      <dgm:spPr/>
    </dgm:pt>
    <dgm:pt modelId="{D0FF6988-B7E8-4F19-B17A-D9585B7BE191}" type="pres">
      <dgm:prSet presAssocID="{10517E32-2FD5-47A1-A2FB-19AB0D4D0BF4}" presName="textNode" presStyleLbl="node1" presStyleIdx="2" presStyleCnt="4">
        <dgm:presLayoutVars>
          <dgm:bulletEnabled val="1"/>
        </dgm:presLayoutVars>
      </dgm:prSet>
      <dgm:spPr/>
    </dgm:pt>
    <dgm:pt modelId="{8E83E7DB-F077-4FEB-9B37-A232E7C4CD8B}" type="pres">
      <dgm:prSet presAssocID="{3141CED4-A5A0-4BB0-877B-B23886FF1171}" presName="sibTrans" presStyleCnt="0"/>
      <dgm:spPr/>
    </dgm:pt>
    <dgm:pt modelId="{9B387587-8C91-41D3-A4B7-1D9FD3E0BE6A}" type="pres">
      <dgm:prSet presAssocID="{B3A4B04B-BED8-49E0-B825-FD4913891024}" presName="textNode" presStyleLbl="node1" presStyleIdx="3" presStyleCnt="4">
        <dgm:presLayoutVars>
          <dgm:bulletEnabled val="1"/>
        </dgm:presLayoutVars>
      </dgm:prSet>
      <dgm:spPr/>
    </dgm:pt>
  </dgm:ptLst>
  <dgm:cxnLst>
    <dgm:cxn modelId="{72DC8712-063D-4A56-8E96-F49846D2A6AD}" type="presOf" srcId="{2F861301-EC31-4051-8EB0-D8D06A61D326}" destId="{D362EC08-1BC6-4730-9627-BD8707493B83}" srcOrd="0" destOrd="0" presId="urn:microsoft.com/office/officeart/2005/8/layout/hProcess9"/>
    <dgm:cxn modelId="{4C084C2D-769F-4ED7-B407-786856606F39}" srcId="{2F861301-EC31-4051-8EB0-D8D06A61D326}" destId="{B3A4B04B-BED8-49E0-B825-FD4913891024}" srcOrd="3" destOrd="0" parTransId="{0A3D704D-5857-4240-875E-0536EFC95DFB}" sibTransId="{24B1D2B3-C3F7-4886-B95D-733167DE15C9}"/>
    <dgm:cxn modelId="{2D3F5A38-DB88-4245-AE4A-A86DCCFF8E82}" srcId="{2F861301-EC31-4051-8EB0-D8D06A61D326}" destId="{10517E32-2FD5-47A1-A2FB-19AB0D4D0BF4}" srcOrd="2" destOrd="0" parTransId="{C33FF481-D8EC-4DC0-90EC-425AD5B2F468}" sibTransId="{3141CED4-A5A0-4BB0-877B-B23886FF1171}"/>
    <dgm:cxn modelId="{BE942E93-3BD6-4880-B980-74566F43D2D6}" type="presOf" srcId="{B3A4B04B-BED8-49E0-B825-FD4913891024}" destId="{9B387587-8C91-41D3-A4B7-1D9FD3E0BE6A}" srcOrd="0" destOrd="0" presId="urn:microsoft.com/office/officeart/2005/8/layout/hProcess9"/>
    <dgm:cxn modelId="{84A0E0BC-E0D3-4EBD-A6C0-7C3A48A7F83E}" type="presOf" srcId="{E0FCA69C-26D5-42E0-BB48-5E4F373D2E27}" destId="{CEA9E2D7-891F-4E11-87F5-2C5A90568051}" srcOrd="0" destOrd="0" presId="urn:microsoft.com/office/officeart/2005/8/layout/hProcess9"/>
    <dgm:cxn modelId="{54647DBF-C34C-4A79-A2C4-73CCD6EC8091}" type="presOf" srcId="{10517E32-2FD5-47A1-A2FB-19AB0D4D0BF4}" destId="{D0FF6988-B7E8-4F19-B17A-D9585B7BE191}" srcOrd="0" destOrd="0" presId="urn:microsoft.com/office/officeart/2005/8/layout/hProcess9"/>
    <dgm:cxn modelId="{F3A587C4-784A-4C01-8537-E8F9C2D242CA}" srcId="{2F861301-EC31-4051-8EB0-D8D06A61D326}" destId="{E0FCA69C-26D5-42E0-BB48-5E4F373D2E27}" srcOrd="0" destOrd="0" parTransId="{CD2F81A2-078A-49AA-8C60-88C4BBC6F814}" sibTransId="{46BE624D-D4D7-4F0B-B2B0-6B6819306D2B}"/>
    <dgm:cxn modelId="{77AD0AD9-A7CF-46CD-AE17-8F0FE41618E4}" type="presOf" srcId="{8AC4C772-48D5-4AC7-9587-577632A017E5}" destId="{65FC1D60-66D3-4D29-8ACB-DE59426524D9}" srcOrd="0" destOrd="0" presId="urn:microsoft.com/office/officeart/2005/8/layout/hProcess9"/>
    <dgm:cxn modelId="{E21760D9-088F-4358-A2A7-BAE3237CDDF2}" srcId="{2F861301-EC31-4051-8EB0-D8D06A61D326}" destId="{8AC4C772-48D5-4AC7-9587-577632A017E5}" srcOrd="1" destOrd="0" parTransId="{AF853CED-D474-48BD-9F1D-AD0A1BBC3F29}" sibTransId="{2A2CC78E-A5FD-49B5-B1FD-8D84883D00D4}"/>
    <dgm:cxn modelId="{79109314-8E66-4153-A1EE-203494D0C6E5}" type="presParOf" srcId="{D362EC08-1BC6-4730-9627-BD8707493B83}" destId="{19AB121B-BA7A-4E27-AFF9-EC6D0034FFAE}" srcOrd="0" destOrd="0" presId="urn:microsoft.com/office/officeart/2005/8/layout/hProcess9"/>
    <dgm:cxn modelId="{554B0028-E1EF-4A48-B7BC-01FB607A753A}" type="presParOf" srcId="{D362EC08-1BC6-4730-9627-BD8707493B83}" destId="{EC8DD2AA-545B-45DC-8B34-FB1EE0F3FEB1}" srcOrd="1" destOrd="0" presId="urn:microsoft.com/office/officeart/2005/8/layout/hProcess9"/>
    <dgm:cxn modelId="{9D439EC2-7F55-486A-BA39-5F10377E7CA1}" type="presParOf" srcId="{EC8DD2AA-545B-45DC-8B34-FB1EE0F3FEB1}" destId="{CEA9E2D7-891F-4E11-87F5-2C5A90568051}" srcOrd="0" destOrd="0" presId="urn:microsoft.com/office/officeart/2005/8/layout/hProcess9"/>
    <dgm:cxn modelId="{C17B065A-4CAD-41BD-B135-D0D9604CD52E}" type="presParOf" srcId="{EC8DD2AA-545B-45DC-8B34-FB1EE0F3FEB1}" destId="{927D2088-42BE-475B-9C5F-A018B05960A6}" srcOrd="1" destOrd="0" presId="urn:microsoft.com/office/officeart/2005/8/layout/hProcess9"/>
    <dgm:cxn modelId="{4C1F7A49-1E37-46C6-A13A-B8557017BC52}" type="presParOf" srcId="{EC8DD2AA-545B-45DC-8B34-FB1EE0F3FEB1}" destId="{65FC1D60-66D3-4D29-8ACB-DE59426524D9}" srcOrd="2" destOrd="0" presId="urn:microsoft.com/office/officeart/2005/8/layout/hProcess9"/>
    <dgm:cxn modelId="{69D3C1AE-8E62-4B0E-BEAE-352654B581D2}" type="presParOf" srcId="{EC8DD2AA-545B-45DC-8B34-FB1EE0F3FEB1}" destId="{25359530-A266-43AC-9ACD-99AD3B1BB79F}" srcOrd="3" destOrd="0" presId="urn:microsoft.com/office/officeart/2005/8/layout/hProcess9"/>
    <dgm:cxn modelId="{9E812F6A-2E1E-47D6-BD25-1113108DB173}" type="presParOf" srcId="{EC8DD2AA-545B-45DC-8B34-FB1EE0F3FEB1}" destId="{D0FF6988-B7E8-4F19-B17A-D9585B7BE191}" srcOrd="4" destOrd="0" presId="urn:microsoft.com/office/officeart/2005/8/layout/hProcess9"/>
    <dgm:cxn modelId="{0E3E5D1B-1DFC-4079-BABE-A434742049BC}" type="presParOf" srcId="{EC8DD2AA-545B-45DC-8B34-FB1EE0F3FEB1}" destId="{8E83E7DB-F077-4FEB-9B37-A232E7C4CD8B}" srcOrd="5" destOrd="0" presId="urn:microsoft.com/office/officeart/2005/8/layout/hProcess9"/>
    <dgm:cxn modelId="{D70EF754-806D-4FE1-ACFC-90A2D1F7A9DD}" type="presParOf" srcId="{EC8DD2AA-545B-45DC-8B34-FB1EE0F3FEB1}" destId="{9B387587-8C91-41D3-A4B7-1D9FD3E0BE6A}"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A8528ED-1FED-4113-8ABB-68920FA23787}" type="doc">
      <dgm:prSet loTypeId="urn:microsoft.com/office/officeart/2005/8/layout/vList6" loCatId="process" qsTypeId="urn:microsoft.com/office/officeart/2005/8/quickstyle/simple1" qsCatId="simple" csTypeId="urn:microsoft.com/office/officeart/2005/8/colors/accent1_2" csCatId="accent1" phldr="1"/>
      <dgm:spPr/>
      <dgm:t>
        <a:bodyPr/>
        <a:lstStyle/>
        <a:p>
          <a:endParaRPr lang="en-IN"/>
        </a:p>
      </dgm:t>
    </dgm:pt>
    <dgm:pt modelId="{EEFE4B5F-C080-44DA-9783-1486540B948D}">
      <dgm:prSet/>
      <dgm:spPr>
        <a:solidFill>
          <a:srgbClr val="704EA6"/>
        </a:solidFill>
      </dgm:spPr>
      <dgm:t>
        <a:bodyPr/>
        <a:lstStyle/>
        <a:p>
          <a:r>
            <a:rPr lang="en-IN" b="1"/>
            <a:t>Backend</a:t>
          </a:r>
          <a:endParaRPr lang="en-IN"/>
        </a:p>
      </dgm:t>
    </dgm:pt>
    <dgm:pt modelId="{94A6F35F-3374-49A9-BD95-65ACD4185838}" type="parTrans" cxnId="{0EC6E8EE-C7BD-42B0-A84E-792AAF1CF6A1}">
      <dgm:prSet/>
      <dgm:spPr/>
      <dgm:t>
        <a:bodyPr/>
        <a:lstStyle/>
        <a:p>
          <a:endParaRPr lang="en-IN"/>
        </a:p>
      </dgm:t>
    </dgm:pt>
    <dgm:pt modelId="{2D273137-FA0A-48BD-A929-CECB74248099}" type="sibTrans" cxnId="{0EC6E8EE-C7BD-42B0-A84E-792AAF1CF6A1}">
      <dgm:prSet/>
      <dgm:spPr/>
      <dgm:t>
        <a:bodyPr/>
        <a:lstStyle/>
        <a:p>
          <a:endParaRPr lang="en-IN"/>
        </a:p>
      </dgm:t>
    </dgm:pt>
    <dgm:pt modelId="{674AC4A9-AE4D-4CC5-AD5C-01C8704D1612}">
      <dgm:prSet/>
      <dgm:spPr>
        <a:solidFill>
          <a:srgbClr val="704EA6"/>
        </a:solidFill>
      </dgm:spPr>
      <dgm:t>
        <a:bodyPr/>
        <a:lstStyle/>
        <a:p>
          <a:r>
            <a:rPr lang="en-IN" b="1"/>
            <a:t>Retrieval</a:t>
          </a:r>
          <a:endParaRPr lang="en-IN"/>
        </a:p>
      </dgm:t>
    </dgm:pt>
    <dgm:pt modelId="{8FA60684-4B5B-4348-8929-94DFDCFF942C}" type="parTrans" cxnId="{F9E3AEF6-59A6-4A76-9228-E57BEBD9B84F}">
      <dgm:prSet/>
      <dgm:spPr/>
      <dgm:t>
        <a:bodyPr/>
        <a:lstStyle/>
        <a:p>
          <a:endParaRPr lang="en-IN"/>
        </a:p>
      </dgm:t>
    </dgm:pt>
    <dgm:pt modelId="{95B7DE71-1133-484B-8703-298013E850C1}" type="sibTrans" cxnId="{F9E3AEF6-59A6-4A76-9228-E57BEBD9B84F}">
      <dgm:prSet/>
      <dgm:spPr/>
      <dgm:t>
        <a:bodyPr/>
        <a:lstStyle/>
        <a:p>
          <a:endParaRPr lang="en-IN"/>
        </a:p>
      </dgm:t>
    </dgm:pt>
    <dgm:pt modelId="{AEAA4AC7-FB06-4745-AE77-8B2C2549D453}">
      <dgm:prSet/>
      <dgm:spPr>
        <a:solidFill>
          <a:srgbClr val="CCCCFF">
            <a:alpha val="90000"/>
          </a:srgbClr>
        </a:solidFill>
      </dgm:spPr>
      <dgm:t>
        <a:bodyPr/>
        <a:lstStyle/>
        <a:p>
          <a:pPr>
            <a:buFontTx/>
            <a:buNone/>
          </a:pPr>
          <a:endParaRPr lang="en-IN" dirty="0">
            <a:solidFill>
              <a:srgbClr val="7030A0"/>
            </a:solidFill>
          </a:endParaRPr>
        </a:p>
      </dgm:t>
    </dgm:pt>
    <dgm:pt modelId="{2B2C745A-BF58-44C0-9C84-CF192D8C8F45}" type="parTrans" cxnId="{C9220348-5903-4338-92E8-7B42B0FD8972}">
      <dgm:prSet/>
      <dgm:spPr/>
      <dgm:t>
        <a:bodyPr/>
        <a:lstStyle/>
        <a:p>
          <a:endParaRPr lang="en-IN"/>
        </a:p>
      </dgm:t>
    </dgm:pt>
    <dgm:pt modelId="{A217B2C7-5EA9-4964-99FD-5E9FA1442930}" type="sibTrans" cxnId="{C9220348-5903-4338-92E8-7B42B0FD8972}">
      <dgm:prSet/>
      <dgm:spPr/>
      <dgm:t>
        <a:bodyPr/>
        <a:lstStyle/>
        <a:p>
          <a:endParaRPr lang="en-IN"/>
        </a:p>
      </dgm:t>
    </dgm:pt>
    <dgm:pt modelId="{0318F4D9-CCD3-4FDC-86AE-E271E3C9365E}">
      <dgm:prSet/>
      <dgm:spPr>
        <a:solidFill>
          <a:srgbClr val="704EA6"/>
        </a:solidFill>
      </dgm:spPr>
      <dgm:t>
        <a:bodyPr/>
        <a:lstStyle/>
        <a:p>
          <a:r>
            <a:rPr lang="en-IN" b="1"/>
            <a:t>Validation</a:t>
          </a:r>
          <a:endParaRPr lang="en-IN"/>
        </a:p>
      </dgm:t>
    </dgm:pt>
    <dgm:pt modelId="{343C94DB-792C-4E0C-A753-17FC885A6383}" type="parTrans" cxnId="{0868BA74-DCB3-499F-B3E2-B791F5923B96}">
      <dgm:prSet/>
      <dgm:spPr/>
      <dgm:t>
        <a:bodyPr/>
        <a:lstStyle/>
        <a:p>
          <a:endParaRPr lang="en-IN"/>
        </a:p>
      </dgm:t>
    </dgm:pt>
    <dgm:pt modelId="{878AA3F5-D16B-47B0-A366-39B406FC5544}" type="sibTrans" cxnId="{0868BA74-DCB3-499F-B3E2-B791F5923B96}">
      <dgm:prSet/>
      <dgm:spPr/>
      <dgm:t>
        <a:bodyPr/>
        <a:lstStyle/>
        <a:p>
          <a:endParaRPr lang="en-IN"/>
        </a:p>
      </dgm:t>
    </dgm:pt>
    <dgm:pt modelId="{51C34C61-9DC0-46C0-962A-7CCCCF3D47FE}">
      <dgm:prSet/>
      <dgm:spPr>
        <a:solidFill>
          <a:srgbClr val="CCCCFF">
            <a:alpha val="90000"/>
          </a:srgbClr>
        </a:solidFill>
      </dgm:spPr>
      <dgm:t>
        <a:bodyPr/>
        <a:lstStyle/>
        <a:p>
          <a:pPr>
            <a:buFontTx/>
            <a:buNone/>
          </a:pPr>
          <a:endParaRPr lang="en-IN" dirty="0">
            <a:solidFill>
              <a:srgbClr val="7030A0"/>
            </a:solidFill>
          </a:endParaRPr>
        </a:p>
      </dgm:t>
    </dgm:pt>
    <dgm:pt modelId="{7E25EBAC-2A1D-4988-BC72-3C41EB2E3902}" type="parTrans" cxnId="{5EBABB47-273B-4A69-BEBB-03FD493A22FC}">
      <dgm:prSet/>
      <dgm:spPr/>
      <dgm:t>
        <a:bodyPr/>
        <a:lstStyle/>
        <a:p>
          <a:endParaRPr lang="en-IN"/>
        </a:p>
      </dgm:t>
    </dgm:pt>
    <dgm:pt modelId="{36CB7929-96A8-4C71-9B76-C3AEBFD014DF}" type="sibTrans" cxnId="{5EBABB47-273B-4A69-BEBB-03FD493A22FC}">
      <dgm:prSet/>
      <dgm:spPr/>
      <dgm:t>
        <a:bodyPr/>
        <a:lstStyle/>
        <a:p>
          <a:endParaRPr lang="en-IN"/>
        </a:p>
      </dgm:t>
    </dgm:pt>
    <dgm:pt modelId="{44FD246A-9426-47DC-B54F-73FF4853629A}">
      <dgm:prSet/>
      <dgm:spPr>
        <a:solidFill>
          <a:srgbClr val="704EA6"/>
        </a:solidFill>
      </dgm:spPr>
      <dgm:t>
        <a:bodyPr/>
        <a:lstStyle/>
        <a:p>
          <a:r>
            <a:rPr lang="en-IN" b="1"/>
            <a:t>Testing</a:t>
          </a:r>
          <a:endParaRPr lang="en-IN"/>
        </a:p>
      </dgm:t>
    </dgm:pt>
    <dgm:pt modelId="{0838BB02-357E-4E82-B5D5-5DF49305891B}" type="parTrans" cxnId="{5B255E95-674E-435C-8911-6FFA677DA0A1}">
      <dgm:prSet/>
      <dgm:spPr/>
      <dgm:t>
        <a:bodyPr/>
        <a:lstStyle/>
        <a:p>
          <a:endParaRPr lang="en-IN"/>
        </a:p>
      </dgm:t>
    </dgm:pt>
    <dgm:pt modelId="{F77E7797-D02D-4EAF-AB95-C82DAD49C06E}" type="sibTrans" cxnId="{5B255E95-674E-435C-8911-6FFA677DA0A1}">
      <dgm:prSet/>
      <dgm:spPr/>
      <dgm:t>
        <a:bodyPr/>
        <a:lstStyle/>
        <a:p>
          <a:endParaRPr lang="en-IN"/>
        </a:p>
      </dgm:t>
    </dgm:pt>
    <dgm:pt modelId="{3280613D-23B1-4E9E-85DA-23F95C279E66}">
      <dgm:prSet/>
      <dgm:spPr>
        <a:solidFill>
          <a:srgbClr val="CCCCFF">
            <a:alpha val="90000"/>
          </a:srgbClr>
        </a:solidFill>
      </dgm:spPr>
      <dgm:t>
        <a:bodyPr/>
        <a:lstStyle/>
        <a:p>
          <a:pPr>
            <a:buFontTx/>
            <a:buNone/>
          </a:pPr>
          <a:r>
            <a:rPr lang="en-IN" b="0" dirty="0">
              <a:solidFill>
                <a:srgbClr val="7030A0"/>
              </a:solidFill>
            </a:rPr>
            <a:t>  </a:t>
          </a:r>
          <a:endParaRPr lang="en-IN" dirty="0">
            <a:solidFill>
              <a:srgbClr val="7030A0"/>
            </a:solidFill>
          </a:endParaRPr>
        </a:p>
      </dgm:t>
    </dgm:pt>
    <dgm:pt modelId="{185FA21A-8FAE-428A-A812-D4D1DB5F10F3}" type="parTrans" cxnId="{63BF40ED-F7D1-443A-BD81-972B13236027}">
      <dgm:prSet/>
      <dgm:spPr/>
      <dgm:t>
        <a:bodyPr/>
        <a:lstStyle/>
        <a:p>
          <a:endParaRPr lang="en-IN"/>
        </a:p>
      </dgm:t>
    </dgm:pt>
    <dgm:pt modelId="{A53FD685-81AF-4CFE-B8F1-EE59456418C9}" type="sibTrans" cxnId="{63BF40ED-F7D1-443A-BD81-972B13236027}">
      <dgm:prSet/>
      <dgm:spPr/>
      <dgm:t>
        <a:bodyPr/>
        <a:lstStyle/>
        <a:p>
          <a:endParaRPr lang="en-IN"/>
        </a:p>
      </dgm:t>
    </dgm:pt>
    <dgm:pt modelId="{1BEAAFFA-0269-46F3-A92E-2D88679C5C0A}">
      <dgm:prSet/>
      <dgm:spPr>
        <a:solidFill>
          <a:srgbClr val="704EA6"/>
        </a:solidFill>
      </dgm:spPr>
      <dgm:t>
        <a:bodyPr/>
        <a:lstStyle/>
        <a:p>
          <a:r>
            <a:rPr lang="en-IN" b="1"/>
            <a:t>No LLM used in this build</a:t>
          </a:r>
          <a:endParaRPr lang="en-IN"/>
        </a:p>
      </dgm:t>
    </dgm:pt>
    <dgm:pt modelId="{FD7AA8C2-1D6A-4686-BA32-92381534B608}" type="parTrans" cxnId="{22B91FA0-B633-4D31-81F7-6BE68B813B95}">
      <dgm:prSet/>
      <dgm:spPr/>
      <dgm:t>
        <a:bodyPr/>
        <a:lstStyle/>
        <a:p>
          <a:endParaRPr lang="en-IN"/>
        </a:p>
      </dgm:t>
    </dgm:pt>
    <dgm:pt modelId="{40C7270C-1CD5-4319-AF64-AFAE48BA1F4A}" type="sibTrans" cxnId="{22B91FA0-B633-4D31-81F7-6BE68B813B95}">
      <dgm:prSet/>
      <dgm:spPr/>
      <dgm:t>
        <a:bodyPr/>
        <a:lstStyle/>
        <a:p>
          <a:endParaRPr lang="en-IN"/>
        </a:p>
      </dgm:t>
    </dgm:pt>
    <dgm:pt modelId="{E1FB62F0-CDCA-4D94-AC5C-682083F4BF92}">
      <dgm:prSet/>
      <dgm:spPr>
        <a:solidFill>
          <a:srgbClr val="CCCCFF">
            <a:alpha val="90000"/>
          </a:srgbClr>
        </a:solidFill>
      </dgm:spPr>
      <dgm:t>
        <a:bodyPr/>
        <a:lstStyle/>
        <a:p>
          <a:pPr>
            <a:buFontTx/>
            <a:buNone/>
          </a:pPr>
          <a:r>
            <a:rPr lang="en-IN" b="0" dirty="0">
              <a:solidFill>
                <a:srgbClr val="7030A0"/>
              </a:solidFill>
            </a:rPr>
            <a:t>  No model credentials / embedding-API network access available in this environment</a:t>
          </a:r>
          <a:endParaRPr lang="en-IN" dirty="0">
            <a:solidFill>
              <a:srgbClr val="7030A0"/>
            </a:solidFill>
          </a:endParaRPr>
        </a:p>
      </dgm:t>
    </dgm:pt>
    <dgm:pt modelId="{E51FE0B8-61AB-4884-B909-B03380DC1B02}" type="parTrans" cxnId="{C851A4EA-4AFC-4F5F-9AD2-A4D0979BB5B3}">
      <dgm:prSet/>
      <dgm:spPr/>
      <dgm:t>
        <a:bodyPr/>
        <a:lstStyle/>
        <a:p>
          <a:endParaRPr lang="en-IN"/>
        </a:p>
      </dgm:t>
    </dgm:pt>
    <dgm:pt modelId="{CD32F1C5-D5F2-4A9F-B995-01D8E5BDAFC4}" type="sibTrans" cxnId="{C851A4EA-4AFC-4F5F-9AD2-A4D0979BB5B3}">
      <dgm:prSet/>
      <dgm:spPr/>
      <dgm:t>
        <a:bodyPr/>
        <a:lstStyle/>
        <a:p>
          <a:endParaRPr lang="en-IN"/>
        </a:p>
      </dgm:t>
    </dgm:pt>
    <dgm:pt modelId="{3453225E-F7FC-429F-BF62-FD9DA4B80695}">
      <dgm:prSet/>
      <dgm:spPr>
        <a:solidFill>
          <a:srgbClr val="CCCCFF">
            <a:alpha val="90000"/>
          </a:srgbClr>
        </a:solidFill>
      </dgm:spPr>
      <dgm:t>
        <a:bodyPr/>
        <a:lstStyle/>
        <a:p>
          <a:pPr>
            <a:buFontTx/>
            <a:buNone/>
          </a:pPr>
          <a:r>
            <a:rPr lang="en-IN" b="0" dirty="0">
              <a:solidFill>
                <a:srgbClr val="7030A0"/>
              </a:solidFill>
            </a:rPr>
            <a:t>  Every stage isolated behind one function so a real LLM/embedding model is a one-file swap</a:t>
          </a:r>
          <a:endParaRPr lang="en-IN" dirty="0">
            <a:solidFill>
              <a:srgbClr val="7030A0"/>
            </a:solidFill>
          </a:endParaRPr>
        </a:p>
      </dgm:t>
    </dgm:pt>
    <dgm:pt modelId="{EB54DB46-9C88-4E41-9819-03FE16CE320C}" type="parTrans" cxnId="{067BCFC3-8207-4AD4-BA13-0D5457A43A85}">
      <dgm:prSet/>
      <dgm:spPr/>
      <dgm:t>
        <a:bodyPr/>
        <a:lstStyle/>
        <a:p>
          <a:endParaRPr lang="en-IN"/>
        </a:p>
      </dgm:t>
    </dgm:pt>
    <dgm:pt modelId="{5F08612D-130D-49CB-B99C-263AE0C47887}" type="sibTrans" cxnId="{067BCFC3-8207-4AD4-BA13-0D5457A43A85}">
      <dgm:prSet/>
      <dgm:spPr/>
      <dgm:t>
        <a:bodyPr/>
        <a:lstStyle/>
        <a:p>
          <a:endParaRPr lang="en-IN"/>
        </a:p>
      </dgm:t>
    </dgm:pt>
    <dgm:pt modelId="{666F586F-085D-4D54-9DE3-B9617D0712BB}">
      <dgm:prSet/>
      <dgm:spPr>
        <a:solidFill>
          <a:srgbClr val="CCCCFF"/>
        </a:solidFill>
      </dgm:spPr>
      <dgm:t>
        <a:bodyPr/>
        <a:lstStyle/>
        <a:p>
          <a:pPr>
            <a:buFontTx/>
            <a:buNone/>
          </a:pPr>
          <a:endParaRPr lang="en-IN" dirty="0">
            <a:solidFill>
              <a:srgbClr val="7030A0"/>
            </a:solidFill>
          </a:endParaRPr>
        </a:p>
      </dgm:t>
    </dgm:pt>
    <dgm:pt modelId="{796A32A2-C6A1-443F-B5AB-35E8D182FAE8}" type="parTrans" cxnId="{59A479D6-2790-40F2-85F9-770705C546CF}">
      <dgm:prSet/>
      <dgm:spPr/>
      <dgm:t>
        <a:bodyPr/>
        <a:lstStyle/>
        <a:p>
          <a:endParaRPr lang="en-IN"/>
        </a:p>
      </dgm:t>
    </dgm:pt>
    <dgm:pt modelId="{74D2FEB1-F16F-4281-8CB7-DDC5909D0E93}" type="sibTrans" cxnId="{59A479D6-2790-40F2-85F9-770705C546CF}">
      <dgm:prSet/>
      <dgm:spPr/>
      <dgm:t>
        <a:bodyPr/>
        <a:lstStyle/>
        <a:p>
          <a:endParaRPr lang="en-IN"/>
        </a:p>
      </dgm:t>
    </dgm:pt>
    <dgm:pt modelId="{8FD0D2D1-B5DD-4295-8D57-8ABD1FD109F0}">
      <dgm:prSet/>
      <dgm:spPr>
        <a:solidFill>
          <a:srgbClr val="CCCCFF"/>
        </a:solidFill>
      </dgm:spPr>
      <dgm:t>
        <a:bodyPr/>
        <a:lstStyle/>
        <a:p>
          <a:pPr>
            <a:buFontTx/>
            <a:buNone/>
          </a:pPr>
          <a:r>
            <a:rPr lang="en-IN" b="0" dirty="0">
              <a:solidFill>
                <a:srgbClr val="7030A0"/>
              </a:solidFill>
            </a:rPr>
            <a:t>  Python 3.12, </a:t>
          </a:r>
          <a:r>
            <a:rPr lang="en-IN" b="0" dirty="0" err="1">
              <a:solidFill>
                <a:srgbClr val="7030A0"/>
              </a:solidFill>
            </a:rPr>
            <a:t>FastAPI</a:t>
          </a:r>
          <a:r>
            <a:rPr lang="en-IN" b="0" dirty="0">
              <a:solidFill>
                <a:srgbClr val="7030A0"/>
              </a:solidFill>
            </a:rPr>
            <a:t>, </a:t>
          </a:r>
          <a:r>
            <a:rPr lang="en-IN" b="0" dirty="0" err="1">
              <a:solidFill>
                <a:srgbClr val="7030A0"/>
              </a:solidFill>
            </a:rPr>
            <a:t>Pydantic</a:t>
          </a:r>
          <a:r>
            <a:rPr lang="en-IN" b="0" dirty="0">
              <a:solidFill>
                <a:srgbClr val="7030A0"/>
              </a:solidFill>
            </a:rPr>
            <a:t> v2, </a:t>
          </a:r>
          <a:r>
            <a:rPr lang="en-IN" b="0" dirty="0" err="1">
              <a:solidFill>
                <a:srgbClr val="7030A0"/>
              </a:solidFill>
            </a:rPr>
            <a:t>Uvicorn</a:t>
          </a:r>
          <a:endParaRPr lang="en-IN" dirty="0">
            <a:solidFill>
              <a:srgbClr val="7030A0"/>
            </a:solidFill>
          </a:endParaRPr>
        </a:p>
      </dgm:t>
    </dgm:pt>
    <dgm:pt modelId="{D8AA60AD-4B82-4773-84E0-E3994E1F78BD}" type="parTrans" cxnId="{89DDD761-D8AB-4733-8FEC-065F1A681DE6}">
      <dgm:prSet/>
      <dgm:spPr/>
      <dgm:t>
        <a:bodyPr/>
        <a:lstStyle/>
        <a:p>
          <a:endParaRPr lang="en-IN"/>
        </a:p>
      </dgm:t>
    </dgm:pt>
    <dgm:pt modelId="{EEB49188-0CC1-4F5F-A7A8-5DF0394D514A}" type="sibTrans" cxnId="{89DDD761-D8AB-4733-8FEC-065F1A681DE6}">
      <dgm:prSet/>
      <dgm:spPr/>
      <dgm:t>
        <a:bodyPr/>
        <a:lstStyle/>
        <a:p>
          <a:endParaRPr lang="en-IN"/>
        </a:p>
      </dgm:t>
    </dgm:pt>
    <dgm:pt modelId="{BE384F8E-4D33-4988-8399-A168B07C1538}">
      <dgm:prSet/>
      <dgm:spPr>
        <a:solidFill>
          <a:srgbClr val="CCCCFF">
            <a:alpha val="90000"/>
          </a:srgbClr>
        </a:solidFill>
      </dgm:spPr>
      <dgm:t>
        <a:bodyPr/>
        <a:lstStyle/>
        <a:p>
          <a:pPr>
            <a:buFontTx/>
            <a:buNone/>
          </a:pPr>
          <a:r>
            <a:rPr lang="en-IN" b="0" dirty="0">
              <a:solidFill>
                <a:srgbClr val="7030A0"/>
              </a:solidFill>
            </a:rPr>
            <a:t>  rank_bm25 (lexical) + scikit-learn TF-IDF (semantic-</a:t>
          </a:r>
          <a:r>
            <a:rPr lang="en-IN" b="0" dirty="0" err="1">
              <a:solidFill>
                <a:srgbClr val="7030A0"/>
              </a:solidFill>
            </a:rPr>
            <a:t>ish</a:t>
          </a:r>
          <a:r>
            <a:rPr lang="en-IN" b="0" dirty="0">
              <a:solidFill>
                <a:srgbClr val="7030A0"/>
              </a:solidFill>
            </a:rPr>
            <a:t>), hybrid reranking</a:t>
          </a:r>
          <a:endParaRPr lang="en-IN" dirty="0">
            <a:solidFill>
              <a:srgbClr val="7030A0"/>
            </a:solidFill>
          </a:endParaRPr>
        </a:p>
      </dgm:t>
    </dgm:pt>
    <dgm:pt modelId="{C358E06D-EE60-4E73-8993-18C13A593BC6}" type="parTrans" cxnId="{84592C8F-2933-46B4-9ADC-49B2A1CCC006}">
      <dgm:prSet/>
      <dgm:spPr/>
      <dgm:t>
        <a:bodyPr/>
        <a:lstStyle/>
        <a:p>
          <a:endParaRPr lang="en-IN"/>
        </a:p>
      </dgm:t>
    </dgm:pt>
    <dgm:pt modelId="{7D09BE3B-BF29-45C3-B70A-A175C5DF61D5}" type="sibTrans" cxnId="{84592C8F-2933-46B4-9ADC-49B2A1CCC006}">
      <dgm:prSet/>
      <dgm:spPr/>
      <dgm:t>
        <a:bodyPr/>
        <a:lstStyle/>
        <a:p>
          <a:endParaRPr lang="en-IN"/>
        </a:p>
      </dgm:t>
    </dgm:pt>
    <dgm:pt modelId="{3747EED1-F43B-4209-B2ED-D00C7D6BC0AB}">
      <dgm:prSet/>
      <dgm:spPr>
        <a:solidFill>
          <a:srgbClr val="CCCCFF">
            <a:alpha val="90000"/>
          </a:srgbClr>
        </a:solidFill>
      </dgm:spPr>
      <dgm:t>
        <a:bodyPr/>
        <a:lstStyle/>
        <a:p>
          <a:pPr>
            <a:buFontTx/>
            <a:buNone/>
          </a:pPr>
          <a:r>
            <a:rPr lang="en-IN" b="0" dirty="0">
              <a:solidFill>
                <a:srgbClr val="7030A0"/>
              </a:solidFill>
            </a:rPr>
            <a:t>  schema.py enforced programmatically end-to-end, not left to prompt instructions</a:t>
          </a:r>
          <a:endParaRPr lang="en-IN" dirty="0">
            <a:solidFill>
              <a:srgbClr val="7030A0"/>
            </a:solidFill>
          </a:endParaRPr>
        </a:p>
      </dgm:t>
    </dgm:pt>
    <dgm:pt modelId="{6D915979-1F97-4A07-9E3D-63E43B45FA3A}" type="parTrans" cxnId="{C02097D2-940A-4AF1-AA3A-188EC91DAEA5}">
      <dgm:prSet/>
      <dgm:spPr/>
      <dgm:t>
        <a:bodyPr/>
        <a:lstStyle/>
        <a:p>
          <a:endParaRPr lang="en-IN"/>
        </a:p>
      </dgm:t>
    </dgm:pt>
    <dgm:pt modelId="{BD6BD135-7DB8-4114-8980-592782BBBEE0}" type="sibTrans" cxnId="{C02097D2-940A-4AF1-AA3A-188EC91DAEA5}">
      <dgm:prSet/>
      <dgm:spPr/>
      <dgm:t>
        <a:bodyPr/>
        <a:lstStyle/>
        <a:p>
          <a:endParaRPr lang="en-IN"/>
        </a:p>
      </dgm:t>
    </dgm:pt>
    <dgm:pt modelId="{C4FA00D1-02E7-4712-AB0A-31A30B97CAA9}">
      <dgm:prSet/>
      <dgm:spPr>
        <a:solidFill>
          <a:srgbClr val="CCCCFF">
            <a:alpha val="90000"/>
          </a:srgbClr>
        </a:solidFill>
      </dgm:spPr>
      <dgm:t>
        <a:bodyPr/>
        <a:lstStyle/>
        <a:p>
          <a:pPr>
            <a:buFontTx/>
            <a:buNone/>
          </a:pPr>
          <a:r>
            <a:rPr lang="en-IN" b="0" dirty="0">
              <a:solidFill>
                <a:srgbClr val="7030A0"/>
              </a:solidFill>
            </a:rPr>
            <a:t>  Custom benchmark harness (tests/run_benchmark.py): schema compliance, URL-leak checks, latency, cache behaviour</a:t>
          </a:r>
          <a:endParaRPr lang="en-IN" dirty="0">
            <a:solidFill>
              <a:srgbClr val="7030A0"/>
            </a:solidFill>
          </a:endParaRPr>
        </a:p>
      </dgm:t>
    </dgm:pt>
    <dgm:pt modelId="{CE5A1B50-E509-4B28-BC25-7CF5BE2BE0A6}" type="parTrans" cxnId="{F9CE40E9-87B2-4484-831D-A29789C3F725}">
      <dgm:prSet/>
      <dgm:spPr/>
      <dgm:t>
        <a:bodyPr/>
        <a:lstStyle/>
        <a:p>
          <a:endParaRPr lang="en-IN"/>
        </a:p>
      </dgm:t>
    </dgm:pt>
    <dgm:pt modelId="{892F6452-8F45-4F92-871B-DE60B25858F5}" type="sibTrans" cxnId="{F9CE40E9-87B2-4484-831D-A29789C3F725}">
      <dgm:prSet/>
      <dgm:spPr/>
      <dgm:t>
        <a:bodyPr/>
        <a:lstStyle/>
        <a:p>
          <a:endParaRPr lang="en-IN"/>
        </a:p>
      </dgm:t>
    </dgm:pt>
    <dgm:pt modelId="{592736B2-8445-43E9-B144-4BE717B804D6}" type="pres">
      <dgm:prSet presAssocID="{7A8528ED-1FED-4113-8ABB-68920FA23787}" presName="Name0" presStyleCnt="0">
        <dgm:presLayoutVars>
          <dgm:dir/>
          <dgm:animLvl val="lvl"/>
          <dgm:resizeHandles/>
        </dgm:presLayoutVars>
      </dgm:prSet>
      <dgm:spPr/>
    </dgm:pt>
    <dgm:pt modelId="{55977BAA-0CC6-467D-8D5A-21EE0325434B}" type="pres">
      <dgm:prSet presAssocID="{EEFE4B5F-C080-44DA-9783-1486540B948D}" presName="linNode" presStyleCnt="0"/>
      <dgm:spPr/>
    </dgm:pt>
    <dgm:pt modelId="{1896DEB1-896F-472F-8704-62BCEB7369BB}" type="pres">
      <dgm:prSet presAssocID="{EEFE4B5F-C080-44DA-9783-1486540B948D}" presName="parentShp" presStyleLbl="node1" presStyleIdx="0" presStyleCnt="5">
        <dgm:presLayoutVars>
          <dgm:bulletEnabled val="1"/>
        </dgm:presLayoutVars>
      </dgm:prSet>
      <dgm:spPr/>
    </dgm:pt>
    <dgm:pt modelId="{F4CEDBD8-F712-4D6C-97F6-3F004448E485}" type="pres">
      <dgm:prSet presAssocID="{EEFE4B5F-C080-44DA-9783-1486540B948D}" presName="childShp" presStyleLbl="bgAccFollowNode1" presStyleIdx="0" presStyleCnt="5">
        <dgm:presLayoutVars>
          <dgm:bulletEnabled val="1"/>
        </dgm:presLayoutVars>
      </dgm:prSet>
      <dgm:spPr/>
    </dgm:pt>
    <dgm:pt modelId="{64CF14DF-C7C5-4FA6-8762-44991EDABDF9}" type="pres">
      <dgm:prSet presAssocID="{2D273137-FA0A-48BD-A929-CECB74248099}" presName="spacing" presStyleCnt="0"/>
      <dgm:spPr/>
    </dgm:pt>
    <dgm:pt modelId="{96BC90A4-9AC1-40F6-98BC-36F132916C20}" type="pres">
      <dgm:prSet presAssocID="{674AC4A9-AE4D-4CC5-AD5C-01C8704D1612}" presName="linNode" presStyleCnt="0"/>
      <dgm:spPr/>
    </dgm:pt>
    <dgm:pt modelId="{35F5B62D-9520-481D-B8EE-FB478F7B646D}" type="pres">
      <dgm:prSet presAssocID="{674AC4A9-AE4D-4CC5-AD5C-01C8704D1612}" presName="parentShp" presStyleLbl="node1" presStyleIdx="1" presStyleCnt="5">
        <dgm:presLayoutVars>
          <dgm:bulletEnabled val="1"/>
        </dgm:presLayoutVars>
      </dgm:prSet>
      <dgm:spPr/>
    </dgm:pt>
    <dgm:pt modelId="{59AC3091-2AC9-4B8C-9E29-791A58CE3C3F}" type="pres">
      <dgm:prSet presAssocID="{674AC4A9-AE4D-4CC5-AD5C-01C8704D1612}" presName="childShp" presStyleLbl="bgAccFollowNode1" presStyleIdx="1" presStyleCnt="5">
        <dgm:presLayoutVars>
          <dgm:bulletEnabled val="1"/>
        </dgm:presLayoutVars>
      </dgm:prSet>
      <dgm:spPr/>
    </dgm:pt>
    <dgm:pt modelId="{27A6718B-C730-4924-AD43-43E5DB0899C2}" type="pres">
      <dgm:prSet presAssocID="{95B7DE71-1133-484B-8703-298013E850C1}" presName="spacing" presStyleCnt="0"/>
      <dgm:spPr/>
    </dgm:pt>
    <dgm:pt modelId="{2B81C802-BDE9-4A40-9439-C3D8A4F9683A}" type="pres">
      <dgm:prSet presAssocID="{0318F4D9-CCD3-4FDC-86AE-E271E3C9365E}" presName="linNode" presStyleCnt="0"/>
      <dgm:spPr/>
    </dgm:pt>
    <dgm:pt modelId="{0ACB7533-306C-4930-8554-07554A69862D}" type="pres">
      <dgm:prSet presAssocID="{0318F4D9-CCD3-4FDC-86AE-E271E3C9365E}" presName="parentShp" presStyleLbl="node1" presStyleIdx="2" presStyleCnt="5">
        <dgm:presLayoutVars>
          <dgm:bulletEnabled val="1"/>
        </dgm:presLayoutVars>
      </dgm:prSet>
      <dgm:spPr/>
    </dgm:pt>
    <dgm:pt modelId="{E8587DC0-6FD6-4AD5-8D58-33BB575BAB85}" type="pres">
      <dgm:prSet presAssocID="{0318F4D9-CCD3-4FDC-86AE-E271E3C9365E}" presName="childShp" presStyleLbl="bgAccFollowNode1" presStyleIdx="2" presStyleCnt="5">
        <dgm:presLayoutVars>
          <dgm:bulletEnabled val="1"/>
        </dgm:presLayoutVars>
      </dgm:prSet>
      <dgm:spPr/>
    </dgm:pt>
    <dgm:pt modelId="{1CB0442C-C641-4E87-8983-3B20745AD4BC}" type="pres">
      <dgm:prSet presAssocID="{878AA3F5-D16B-47B0-A366-39B406FC5544}" presName="spacing" presStyleCnt="0"/>
      <dgm:spPr/>
    </dgm:pt>
    <dgm:pt modelId="{BFAC3E9B-5073-46EA-9ECA-29197549AD9B}" type="pres">
      <dgm:prSet presAssocID="{44FD246A-9426-47DC-B54F-73FF4853629A}" presName="linNode" presStyleCnt="0"/>
      <dgm:spPr/>
    </dgm:pt>
    <dgm:pt modelId="{47F56070-353A-4E3B-9DB9-F7F1B1C2DD33}" type="pres">
      <dgm:prSet presAssocID="{44FD246A-9426-47DC-B54F-73FF4853629A}" presName="parentShp" presStyleLbl="node1" presStyleIdx="3" presStyleCnt="5">
        <dgm:presLayoutVars>
          <dgm:bulletEnabled val="1"/>
        </dgm:presLayoutVars>
      </dgm:prSet>
      <dgm:spPr/>
    </dgm:pt>
    <dgm:pt modelId="{585140F7-CD0D-4AD2-9E53-0D1EAE499261}" type="pres">
      <dgm:prSet presAssocID="{44FD246A-9426-47DC-B54F-73FF4853629A}" presName="childShp" presStyleLbl="bgAccFollowNode1" presStyleIdx="3" presStyleCnt="5">
        <dgm:presLayoutVars>
          <dgm:bulletEnabled val="1"/>
        </dgm:presLayoutVars>
      </dgm:prSet>
      <dgm:spPr/>
    </dgm:pt>
    <dgm:pt modelId="{D0BC383C-95C3-480C-97E4-76CB507E6ADE}" type="pres">
      <dgm:prSet presAssocID="{F77E7797-D02D-4EAF-AB95-C82DAD49C06E}" presName="spacing" presStyleCnt="0"/>
      <dgm:spPr/>
    </dgm:pt>
    <dgm:pt modelId="{BDF9C4DF-B143-4D83-8E7A-8AEAB294228C}" type="pres">
      <dgm:prSet presAssocID="{1BEAAFFA-0269-46F3-A92E-2D88679C5C0A}" presName="linNode" presStyleCnt="0"/>
      <dgm:spPr/>
    </dgm:pt>
    <dgm:pt modelId="{4D633C91-5A33-4A72-AD71-39587BED30E7}" type="pres">
      <dgm:prSet presAssocID="{1BEAAFFA-0269-46F3-A92E-2D88679C5C0A}" presName="parentShp" presStyleLbl="node1" presStyleIdx="4" presStyleCnt="5">
        <dgm:presLayoutVars>
          <dgm:bulletEnabled val="1"/>
        </dgm:presLayoutVars>
      </dgm:prSet>
      <dgm:spPr/>
    </dgm:pt>
    <dgm:pt modelId="{2265B44C-E46E-49E1-85DC-C55772FF85F6}" type="pres">
      <dgm:prSet presAssocID="{1BEAAFFA-0269-46F3-A92E-2D88679C5C0A}" presName="childShp" presStyleLbl="bgAccFollowNode1" presStyleIdx="4" presStyleCnt="5">
        <dgm:presLayoutVars>
          <dgm:bulletEnabled val="1"/>
        </dgm:presLayoutVars>
      </dgm:prSet>
      <dgm:spPr/>
    </dgm:pt>
  </dgm:ptLst>
  <dgm:cxnLst>
    <dgm:cxn modelId="{8FFACE10-E2A2-405E-90BF-8145FE2946B7}" type="presOf" srcId="{51C34C61-9DC0-46C0-962A-7CCCCF3D47FE}" destId="{E8587DC0-6FD6-4AD5-8D58-33BB575BAB85}" srcOrd="0" destOrd="0" presId="urn:microsoft.com/office/officeart/2005/8/layout/vList6"/>
    <dgm:cxn modelId="{DE907417-42F6-453D-8F42-576D62A9E59A}" type="presOf" srcId="{674AC4A9-AE4D-4CC5-AD5C-01C8704D1612}" destId="{35F5B62D-9520-481D-B8EE-FB478F7B646D}" srcOrd="0" destOrd="0" presId="urn:microsoft.com/office/officeart/2005/8/layout/vList6"/>
    <dgm:cxn modelId="{6D2C081C-BB3D-474A-9D8E-6C462A1C863A}" type="presOf" srcId="{8FD0D2D1-B5DD-4295-8D57-8ABD1FD109F0}" destId="{F4CEDBD8-F712-4D6C-97F6-3F004448E485}" srcOrd="0" destOrd="1" presId="urn:microsoft.com/office/officeart/2005/8/layout/vList6"/>
    <dgm:cxn modelId="{A7F2662A-DE60-4838-9CD2-BA71A8909FA1}" type="presOf" srcId="{44FD246A-9426-47DC-B54F-73FF4853629A}" destId="{47F56070-353A-4E3B-9DB9-F7F1B1C2DD33}" srcOrd="0" destOrd="0" presId="urn:microsoft.com/office/officeart/2005/8/layout/vList6"/>
    <dgm:cxn modelId="{0FDA582A-5E37-45DB-BAD7-0C030DB8315A}" type="presOf" srcId="{EEFE4B5F-C080-44DA-9783-1486540B948D}" destId="{1896DEB1-896F-472F-8704-62BCEB7369BB}" srcOrd="0" destOrd="0" presId="urn:microsoft.com/office/officeart/2005/8/layout/vList6"/>
    <dgm:cxn modelId="{4D17822C-2A50-4572-8EA2-30050C6046E0}" type="presOf" srcId="{3453225E-F7FC-429F-BF62-FD9DA4B80695}" destId="{2265B44C-E46E-49E1-85DC-C55772FF85F6}" srcOrd="0" destOrd="1" presId="urn:microsoft.com/office/officeart/2005/8/layout/vList6"/>
    <dgm:cxn modelId="{F20DC13D-EFCC-460F-B8C6-0F05F4D50082}" type="presOf" srcId="{666F586F-085D-4D54-9DE3-B9617D0712BB}" destId="{F4CEDBD8-F712-4D6C-97F6-3F004448E485}" srcOrd="0" destOrd="0" presId="urn:microsoft.com/office/officeart/2005/8/layout/vList6"/>
    <dgm:cxn modelId="{8126AF60-B77E-47DE-A9E9-15E1BF2E4328}" type="presOf" srcId="{0318F4D9-CCD3-4FDC-86AE-E271E3C9365E}" destId="{0ACB7533-306C-4930-8554-07554A69862D}" srcOrd="0" destOrd="0" presId="urn:microsoft.com/office/officeart/2005/8/layout/vList6"/>
    <dgm:cxn modelId="{89DDD761-D8AB-4733-8FEC-065F1A681DE6}" srcId="{EEFE4B5F-C080-44DA-9783-1486540B948D}" destId="{8FD0D2D1-B5DD-4295-8D57-8ABD1FD109F0}" srcOrd="1" destOrd="0" parTransId="{D8AA60AD-4B82-4773-84E0-E3994E1F78BD}" sibTransId="{EEB49188-0CC1-4F5F-A7A8-5DF0394D514A}"/>
    <dgm:cxn modelId="{5EBABB47-273B-4A69-BEBB-03FD493A22FC}" srcId="{0318F4D9-CCD3-4FDC-86AE-E271E3C9365E}" destId="{51C34C61-9DC0-46C0-962A-7CCCCF3D47FE}" srcOrd="0" destOrd="0" parTransId="{7E25EBAC-2A1D-4988-BC72-3C41EB2E3902}" sibTransId="{36CB7929-96A8-4C71-9B76-C3AEBFD014DF}"/>
    <dgm:cxn modelId="{C9220348-5903-4338-92E8-7B42B0FD8972}" srcId="{674AC4A9-AE4D-4CC5-AD5C-01C8704D1612}" destId="{AEAA4AC7-FB06-4745-AE77-8B2C2549D453}" srcOrd="0" destOrd="0" parTransId="{2B2C745A-BF58-44C0-9C84-CF192D8C8F45}" sibTransId="{A217B2C7-5EA9-4964-99FD-5E9FA1442930}"/>
    <dgm:cxn modelId="{77FB9052-A56B-4EEA-9786-D2AA537C2B38}" type="presOf" srcId="{7A8528ED-1FED-4113-8ABB-68920FA23787}" destId="{592736B2-8445-43E9-B144-4BE717B804D6}" srcOrd="0" destOrd="0" presId="urn:microsoft.com/office/officeart/2005/8/layout/vList6"/>
    <dgm:cxn modelId="{0868BA74-DCB3-499F-B3E2-B791F5923B96}" srcId="{7A8528ED-1FED-4113-8ABB-68920FA23787}" destId="{0318F4D9-CCD3-4FDC-86AE-E271E3C9365E}" srcOrd="2" destOrd="0" parTransId="{343C94DB-792C-4E0C-A753-17FC885A6383}" sibTransId="{878AA3F5-D16B-47B0-A366-39B406FC5544}"/>
    <dgm:cxn modelId="{84592C8F-2933-46B4-9ADC-49B2A1CCC006}" srcId="{674AC4A9-AE4D-4CC5-AD5C-01C8704D1612}" destId="{BE384F8E-4D33-4988-8399-A168B07C1538}" srcOrd="1" destOrd="0" parTransId="{C358E06D-EE60-4E73-8993-18C13A593BC6}" sibTransId="{7D09BE3B-BF29-45C3-B70A-A175C5DF61D5}"/>
    <dgm:cxn modelId="{AF48AE91-84C3-4351-8676-41E2EA5437FA}" type="presOf" srcId="{E1FB62F0-CDCA-4D94-AC5C-682083F4BF92}" destId="{2265B44C-E46E-49E1-85DC-C55772FF85F6}" srcOrd="0" destOrd="0" presId="urn:microsoft.com/office/officeart/2005/8/layout/vList6"/>
    <dgm:cxn modelId="{5B255E95-674E-435C-8911-6FFA677DA0A1}" srcId="{7A8528ED-1FED-4113-8ABB-68920FA23787}" destId="{44FD246A-9426-47DC-B54F-73FF4853629A}" srcOrd="3" destOrd="0" parTransId="{0838BB02-357E-4E82-B5D5-5DF49305891B}" sibTransId="{F77E7797-D02D-4EAF-AB95-C82DAD49C06E}"/>
    <dgm:cxn modelId="{22B91FA0-B633-4D31-81F7-6BE68B813B95}" srcId="{7A8528ED-1FED-4113-8ABB-68920FA23787}" destId="{1BEAAFFA-0269-46F3-A92E-2D88679C5C0A}" srcOrd="4" destOrd="0" parTransId="{FD7AA8C2-1D6A-4686-BA32-92381534B608}" sibTransId="{40C7270C-1CD5-4319-AF64-AFAE48BA1F4A}"/>
    <dgm:cxn modelId="{20E8A3B6-DF04-4D13-A56F-BDD0D8CD1B55}" type="presOf" srcId="{BE384F8E-4D33-4988-8399-A168B07C1538}" destId="{59AC3091-2AC9-4B8C-9E29-791A58CE3C3F}" srcOrd="0" destOrd="1" presId="urn:microsoft.com/office/officeart/2005/8/layout/vList6"/>
    <dgm:cxn modelId="{067BCFC3-8207-4AD4-BA13-0D5457A43A85}" srcId="{1BEAAFFA-0269-46F3-A92E-2D88679C5C0A}" destId="{3453225E-F7FC-429F-BF62-FD9DA4B80695}" srcOrd="1" destOrd="0" parTransId="{EB54DB46-9C88-4E41-9819-03FE16CE320C}" sibTransId="{5F08612D-130D-49CB-B99C-263AE0C47887}"/>
    <dgm:cxn modelId="{FFEC31CB-4CB5-4BFD-96EF-30BE89AFC894}" type="presOf" srcId="{1BEAAFFA-0269-46F3-A92E-2D88679C5C0A}" destId="{4D633C91-5A33-4A72-AD71-39587BED30E7}" srcOrd="0" destOrd="0" presId="urn:microsoft.com/office/officeart/2005/8/layout/vList6"/>
    <dgm:cxn modelId="{973C13CD-7402-4CAA-8F51-F57CE08A82DB}" type="presOf" srcId="{3280613D-23B1-4E9E-85DA-23F95C279E66}" destId="{585140F7-CD0D-4AD2-9E53-0D1EAE499261}" srcOrd="0" destOrd="0" presId="urn:microsoft.com/office/officeart/2005/8/layout/vList6"/>
    <dgm:cxn modelId="{C02097D2-940A-4AF1-AA3A-188EC91DAEA5}" srcId="{0318F4D9-CCD3-4FDC-86AE-E271E3C9365E}" destId="{3747EED1-F43B-4209-B2ED-D00C7D6BC0AB}" srcOrd="1" destOrd="0" parTransId="{6D915979-1F97-4A07-9E3D-63E43B45FA3A}" sibTransId="{BD6BD135-7DB8-4114-8980-592782BBBEE0}"/>
    <dgm:cxn modelId="{317163D3-3821-4B1C-ACAD-AE8F3644E594}" type="presOf" srcId="{AEAA4AC7-FB06-4745-AE77-8B2C2549D453}" destId="{59AC3091-2AC9-4B8C-9E29-791A58CE3C3F}" srcOrd="0" destOrd="0" presId="urn:microsoft.com/office/officeart/2005/8/layout/vList6"/>
    <dgm:cxn modelId="{59A479D6-2790-40F2-85F9-770705C546CF}" srcId="{EEFE4B5F-C080-44DA-9783-1486540B948D}" destId="{666F586F-085D-4D54-9DE3-B9617D0712BB}" srcOrd="0" destOrd="0" parTransId="{796A32A2-C6A1-443F-B5AB-35E8D182FAE8}" sibTransId="{74D2FEB1-F16F-4281-8CB7-DDC5909D0E93}"/>
    <dgm:cxn modelId="{F9CE40E9-87B2-4484-831D-A29789C3F725}" srcId="{44FD246A-9426-47DC-B54F-73FF4853629A}" destId="{C4FA00D1-02E7-4712-AB0A-31A30B97CAA9}" srcOrd="1" destOrd="0" parTransId="{CE5A1B50-E509-4B28-BC25-7CF5BE2BE0A6}" sibTransId="{892F6452-8F45-4F92-871B-DE60B25858F5}"/>
    <dgm:cxn modelId="{C851A4EA-4AFC-4F5F-9AD2-A4D0979BB5B3}" srcId="{1BEAAFFA-0269-46F3-A92E-2D88679C5C0A}" destId="{E1FB62F0-CDCA-4D94-AC5C-682083F4BF92}" srcOrd="0" destOrd="0" parTransId="{E51FE0B8-61AB-4884-B909-B03380DC1B02}" sibTransId="{CD32F1C5-D5F2-4A9F-B995-01D8E5BDAFC4}"/>
    <dgm:cxn modelId="{3AC5EDEC-1F74-4E4C-B155-CAA53FFCC6A6}" type="presOf" srcId="{3747EED1-F43B-4209-B2ED-D00C7D6BC0AB}" destId="{E8587DC0-6FD6-4AD5-8D58-33BB575BAB85}" srcOrd="0" destOrd="1" presId="urn:microsoft.com/office/officeart/2005/8/layout/vList6"/>
    <dgm:cxn modelId="{63BF40ED-F7D1-443A-BD81-972B13236027}" srcId="{44FD246A-9426-47DC-B54F-73FF4853629A}" destId="{3280613D-23B1-4E9E-85DA-23F95C279E66}" srcOrd="0" destOrd="0" parTransId="{185FA21A-8FAE-428A-A812-D4D1DB5F10F3}" sibTransId="{A53FD685-81AF-4CFE-B8F1-EE59456418C9}"/>
    <dgm:cxn modelId="{0EC6E8EE-C7BD-42B0-A84E-792AAF1CF6A1}" srcId="{7A8528ED-1FED-4113-8ABB-68920FA23787}" destId="{EEFE4B5F-C080-44DA-9783-1486540B948D}" srcOrd="0" destOrd="0" parTransId="{94A6F35F-3374-49A9-BD95-65ACD4185838}" sibTransId="{2D273137-FA0A-48BD-A929-CECB74248099}"/>
    <dgm:cxn modelId="{F9E3AEF6-59A6-4A76-9228-E57BEBD9B84F}" srcId="{7A8528ED-1FED-4113-8ABB-68920FA23787}" destId="{674AC4A9-AE4D-4CC5-AD5C-01C8704D1612}" srcOrd="1" destOrd="0" parTransId="{8FA60684-4B5B-4348-8929-94DFDCFF942C}" sibTransId="{95B7DE71-1133-484B-8703-298013E850C1}"/>
    <dgm:cxn modelId="{EF6791FB-43C0-4485-8329-B3173F0D72B7}" type="presOf" srcId="{C4FA00D1-02E7-4712-AB0A-31A30B97CAA9}" destId="{585140F7-CD0D-4AD2-9E53-0D1EAE499261}" srcOrd="0" destOrd="1" presId="urn:microsoft.com/office/officeart/2005/8/layout/vList6"/>
    <dgm:cxn modelId="{F66A5B3C-E1D2-4792-9D10-25E946033B00}" type="presParOf" srcId="{592736B2-8445-43E9-B144-4BE717B804D6}" destId="{55977BAA-0CC6-467D-8D5A-21EE0325434B}" srcOrd="0" destOrd="0" presId="urn:microsoft.com/office/officeart/2005/8/layout/vList6"/>
    <dgm:cxn modelId="{1E790185-D35E-4D2D-B957-46CDC05B814A}" type="presParOf" srcId="{55977BAA-0CC6-467D-8D5A-21EE0325434B}" destId="{1896DEB1-896F-472F-8704-62BCEB7369BB}" srcOrd="0" destOrd="0" presId="urn:microsoft.com/office/officeart/2005/8/layout/vList6"/>
    <dgm:cxn modelId="{C53DF44D-D475-486A-90C1-567B644D5D8A}" type="presParOf" srcId="{55977BAA-0CC6-467D-8D5A-21EE0325434B}" destId="{F4CEDBD8-F712-4D6C-97F6-3F004448E485}" srcOrd="1" destOrd="0" presId="urn:microsoft.com/office/officeart/2005/8/layout/vList6"/>
    <dgm:cxn modelId="{01874939-61DA-4318-BC1A-2CCE72E7FFEB}" type="presParOf" srcId="{592736B2-8445-43E9-B144-4BE717B804D6}" destId="{64CF14DF-C7C5-4FA6-8762-44991EDABDF9}" srcOrd="1" destOrd="0" presId="urn:microsoft.com/office/officeart/2005/8/layout/vList6"/>
    <dgm:cxn modelId="{424CDA5F-9638-4CD6-9784-E0A92C1C2131}" type="presParOf" srcId="{592736B2-8445-43E9-B144-4BE717B804D6}" destId="{96BC90A4-9AC1-40F6-98BC-36F132916C20}" srcOrd="2" destOrd="0" presId="urn:microsoft.com/office/officeart/2005/8/layout/vList6"/>
    <dgm:cxn modelId="{D010C28F-C102-4C94-BAA6-15354DF61844}" type="presParOf" srcId="{96BC90A4-9AC1-40F6-98BC-36F132916C20}" destId="{35F5B62D-9520-481D-B8EE-FB478F7B646D}" srcOrd="0" destOrd="0" presId="urn:microsoft.com/office/officeart/2005/8/layout/vList6"/>
    <dgm:cxn modelId="{4F036B19-297F-4025-B44D-2E5B6DA79D2F}" type="presParOf" srcId="{96BC90A4-9AC1-40F6-98BC-36F132916C20}" destId="{59AC3091-2AC9-4B8C-9E29-791A58CE3C3F}" srcOrd="1" destOrd="0" presId="urn:microsoft.com/office/officeart/2005/8/layout/vList6"/>
    <dgm:cxn modelId="{1CCEFF69-F545-4433-B7A2-875EBB6AE1DA}" type="presParOf" srcId="{592736B2-8445-43E9-B144-4BE717B804D6}" destId="{27A6718B-C730-4924-AD43-43E5DB0899C2}" srcOrd="3" destOrd="0" presId="urn:microsoft.com/office/officeart/2005/8/layout/vList6"/>
    <dgm:cxn modelId="{E0AE4D77-AF2B-4423-A018-38BBC5826507}" type="presParOf" srcId="{592736B2-8445-43E9-B144-4BE717B804D6}" destId="{2B81C802-BDE9-4A40-9439-C3D8A4F9683A}" srcOrd="4" destOrd="0" presId="urn:microsoft.com/office/officeart/2005/8/layout/vList6"/>
    <dgm:cxn modelId="{865BF851-37A7-498D-BCD5-FDC0E9018A28}" type="presParOf" srcId="{2B81C802-BDE9-4A40-9439-C3D8A4F9683A}" destId="{0ACB7533-306C-4930-8554-07554A69862D}" srcOrd="0" destOrd="0" presId="urn:microsoft.com/office/officeart/2005/8/layout/vList6"/>
    <dgm:cxn modelId="{DDE1871E-2B8A-4624-92E6-E78629CC2304}" type="presParOf" srcId="{2B81C802-BDE9-4A40-9439-C3D8A4F9683A}" destId="{E8587DC0-6FD6-4AD5-8D58-33BB575BAB85}" srcOrd="1" destOrd="0" presId="urn:microsoft.com/office/officeart/2005/8/layout/vList6"/>
    <dgm:cxn modelId="{33C22A97-AFF5-470F-A306-81F7B4AAB053}" type="presParOf" srcId="{592736B2-8445-43E9-B144-4BE717B804D6}" destId="{1CB0442C-C641-4E87-8983-3B20745AD4BC}" srcOrd="5" destOrd="0" presId="urn:microsoft.com/office/officeart/2005/8/layout/vList6"/>
    <dgm:cxn modelId="{1F18DCD8-7F1D-4021-A28F-2130DF2C08E8}" type="presParOf" srcId="{592736B2-8445-43E9-B144-4BE717B804D6}" destId="{BFAC3E9B-5073-46EA-9ECA-29197549AD9B}" srcOrd="6" destOrd="0" presId="urn:microsoft.com/office/officeart/2005/8/layout/vList6"/>
    <dgm:cxn modelId="{C6804C6D-CC76-4F7F-A368-E2C71820E0EE}" type="presParOf" srcId="{BFAC3E9B-5073-46EA-9ECA-29197549AD9B}" destId="{47F56070-353A-4E3B-9DB9-F7F1B1C2DD33}" srcOrd="0" destOrd="0" presId="urn:microsoft.com/office/officeart/2005/8/layout/vList6"/>
    <dgm:cxn modelId="{B7841733-F774-4A65-AC3B-15DDB76E98E2}" type="presParOf" srcId="{BFAC3E9B-5073-46EA-9ECA-29197549AD9B}" destId="{585140F7-CD0D-4AD2-9E53-0D1EAE499261}" srcOrd="1" destOrd="0" presId="urn:microsoft.com/office/officeart/2005/8/layout/vList6"/>
    <dgm:cxn modelId="{1F054595-34DF-472D-8290-FE184A45E922}" type="presParOf" srcId="{592736B2-8445-43E9-B144-4BE717B804D6}" destId="{D0BC383C-95C3-480C-97E4-76CB507E6ADE}" srcOrd="7" destOrd="0" presId="urn:microsoft.com/office/officeart/2005/8/layout/vList6"/>
    <dgm:cxn modelId="{33FB9A4F-DEFA-48E9-9171-A48A91E3990A}" type="presParOf" srcId="{592736B2-8445-43E9-B144-4BE717B804D6}" destId="{BDF9C4DF-B143-4D83-8E7A-8AEAB294228C}" srcOrd="8" destOrd="0" presId="urn:microsoft.com/office/officeart/2005/8/layout/vList6"/>
    <dgm:cxn modelId="{950D435B-0AF2-4DB8-9C41-98DB5C295AF1}" type="presParOf" srcId="{BDF9C4DF-B143-4D83-8E7A-8AEAB294228C}" destId="{4D633C91-5A33-4A72-AD71-39587BED30E7}" srcOrd="0" destOrd="0" presId="urn:microsoft.com/office/officeart/2005/8/layout/vList6"/>
    <dgm:cxn modelId="{DD9D2440-97B1-4B5F-B618-9CDBCD7E2E76}" type="presParOf" srcId="{BDF9C4DF-B143-4D83-8E7A-8AEAB294228C}" destId="{2265B44C-E46E-49E1-85DC-C55772FF85F6}"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FD470BA-6938-4B8B-B826-4FA2CF927F69}" type="doc">
      <dgm:prSet loTypeId="urn:microsoft.com/office/officeart/2005/8/layout/gear1" loCatId="cycle" qsTypeId="urn:microsoft.com/office/officeart/2005/8/quickstyle/simple1" qsCatId="simple" csTypeId="urn:microsoft.com/office/officeart/2005/8/colors/accent1_2" csCatId="accent1" phldr="1"/>
      <dgm:spPr/>
      <dgm:t>
        <a:bodyPr/>
        <a:lstStyle/>
        <a:p>
          <a:endParaRPr lang="en-IN"/>
        </a:p>
      </dgm:t>
    </dgm:pt>
    <dgm:pt modelId="{1924DE04-BF68-4C23-A54E-CBA901A799E2}">
      <dgm:prSet custT="1"/>
      <dgm:spPr>
        <a:solidFill>
          <a:srgbClr val="704EA6"/>
        </a:solidFill>
      </dgm:spPr>
      <dgm:t>
        <a:bodyPr/>
        <a:lstStyle/>
        <a:p>
          <a:r>
            <a:rPr lang="en-IN" sz="1800" b="1" dirty="0"/>
            <a:t>TARGET USERS</a:t>
          </a:r>
        </a:p>
        <a:p>
          <a:r>
            <a:rPr lang="en-IN" sz="1400" b="1" dirty="0"/>
            <a:t>Samsung Customers</a:t>
          </a:r>
          <a:endParaRPr lang="en-IN" sz="1400" dirty="0"/>
        </a:p>
      </dgm:t>
    </dgm:pt>
    <dgm:pt modelId="{D522DBFD-3009-4F93-887F-9C066DC566D2}" type="parTrans" cxnId="{6EF90345-5989-4440-A400-8EED3AABFABE}">
      <dgm:prSet/>
      <dgm:spPr/>
      <dgm:t>
        <a:bodyPr/>
        <a:lstStyle/>
        <a:p>
          <a:endParaRPr lang="en-IN"/>
        </a:p>
      </dgm:t>
    </dgm:pt>
    <dgm:pt modelId="{7E7B1C43-F955-4EB8-9619-450E9C4F09A0}" type="sibTrans" cxnId="{6EF90345-5989-4440-A400-8EED3AABFABE}">
      <dgm:prSet/>
      <dgm:spPr>
        <a:solidFill>
          <a:srgbClr val="CCCCFF"/>
        </a:solidFill>
      </dgm:spPr>
      <dgm:t>
        <a:bodyPr/>
        <a:lstStyle/>
        <a:p>
          <a:endParaRPr lang="en-IN"/>
        </a:p>
      </dgm:t>
    </dgm:pt>
    <dgm:pt modelId="{33FA5223-1757-4BFC-ABEF-BFC7E573D42B}">
      <dgm:prSet custT="1"/>
      <dgm:spPr>
        <a:ln>
          <a:solidFill>
            <a:srgbClr val="7030A0"/>
          </a:solidFill>
        </a:ln>
      </dgm:spPr>
      <dgm:t>
        <a:bodyPr/>
        <a:lstStyle/>
        <a:p>
          <a:endParaRPr lang="en-IN" sz="1000" dirty="0"/>
        </a:p>
      </dgm:t>
    </dgm:pt>
    <dgm:pt modelId="{20118556-32AE-42AB-8F22-2CACB7CA0825}" type="parTrans" cxnId="{F14B8F0F-B5CF-45D1-B8F9-0FCBB47D6020}">
      <dgm:prSet/>
      <dgm:spPr/>
      <dgm:t>
        <a:bodyPr/>
        <a:lstStyle/>
        <a:p>
          <a:endParaRPr lang="en-IN"/>
        </a:p>
      </dgm:t>
    </dgm:pt>
    <dgm:pt modelId="{D606B410-37B0-4FFD-A9FB-D4F46D4BE660}" type="sibTrans" cxnId="{F14B8F0F-B5CF-45D1-B8F9-0FCBB47D6020}">
      <dgm:prSet/>
      <dgm:spPr/>
      <dgm:t>
        <a:bodyPr/>
        <a:lstStyle/>
        <a:p>
          <a:endParaRPr lang="en-IN"/>
        </a:p>
      </dgm:t>
    </dgm:pt>
    <dgm:pt modelId="{C564BA65-F07E-4D42-93B3-8C398195DA84}">
      <dgm:prSet custT="1"/>
      <dgm:spPr>
        <a:ln>
          <a:solidFill>
            <a:srgbClr val="7030A0"/>
          </a:solidFill>
        </a:ln>
      </dgm:spPr>
      <dgm:t>
        <a:bodyPr/>
        <a:lstStyle/>
        <a:p>
          <a:r>
            <a:rPr lang="en-IN" sz="1000" dirty="0"/>
            <a:t>Understand technical instructions easily </a:t>
          </a:r>
        </a:p>
      </dgm:t>
    </dgm:pt>
    <dgm:pt modelId="{3D997F89-746D-49EA-84A9-FDC3D43DFEFB}" type="parTrans" cxnId="{819D402E-D78F-4404-9B91-4B6ABE0127A2}">
      <dgm:prSet/>
      <dgm:spPr/>
      <dgm:t>
        <a:bodyPr/>
        <a:lstStyle/>
        <a:p>
          <a:endParaRPr lang="en-IN"/>
        </a:p>
      </dgm:t>
    </dgm:pt>
    <dgm:pt modelId="{B821337A-7B5F-4623-8F69-D351880AC2C8}" type="sibTrans" cxnId="{819D402E-D78F-4404-9B91-4B6ABE0127A2}">
      <dgm:prSet/>
      <dgm:spPr/>
      <dgm:t>
        <a:bodyPr/>
        <a:lstStyle/>
        <a:p>
          <a:endParaRPr lang="en-IN"/>
        </a:p>
      </dgm:t>
    </dgm:pt>
    <dgm:pt modelId="{17487EA0-5515-4E8E-AB67-DA2B6E8DA2B0}">
      <dgm:prSet custT="1"/>
      <dgm:spPr>
        <a:solidFill>
          <a:srgbClr val="704EA6"/>
        </a:solidFill>
      </dgm:spPr>
      <dgm:t>
        <a:bodyPr/>
        <a:lstStyle/>
        <a:p>
          <a:r>
            <a:rPr lang="en-IN" sz="1400" b="1"/>
            <a:t>Customer Support Agents</a:t>
          </a:r>
          <a:endParaRPr lang="en-IN" sz="1400"/>
        </a:p>
      </dgm:t>
    </dgm:pt>
    <dgm:pt modelId="{28E0EB30-0E9F-4340-8DA1-1C0F9C80AEB2}" type="parTrans" cxnId="{12E590B8-9F46-4488-A89F-D79784489667}">
      <dgm:prSet/>
      <dgm:spPr/>
      <dgm:t>
        <a:bodyPr/>
        <a:lstStyle/>
        <a:p>
          <a:endParaRPr lang="en-IN"/>
        </a:p>
      </dgm:t>
    </dgm:pt>
    <dgm:pt modelId="{1F93722C-9976-4674-8758-B419033637EA}" type="sibTrans" cxnId="{12E590B8-9F46-4488-A89F-D79784489667}">
      <dgm:prSet/>
      <dgm:spPr>
        <a:solidFill>
          <a:srgbClr val="CCCCFF"/>
        </a:solidFill>
      </dgm:spPr>
      <dgm:t>
        <a:bodyPr/>
        <a:lstStyle/>
        <a:p>
          <a:endParaRPr lang="en-IN"/>
        </a:p>
      </dgm:t>
    </dgm:pt>
    <dgm:pt modelId="{52A1157A-9E45-4DC0-A2AD-38091EA0F539}">
      <dgm:prSet custT="1"/>
      <dgm:spPr>
        <a:ln>
          <a:solidFill>
            <a:srgbClr val="7030A0"/>
          </a:solidFill>
        </a:ln>
      </dgm:spPr>
      <dgm:t>
        <a:bodyPr/>
        <a:lstStyle/>
        <a:p>
          <a:endParaRPr lang="en-IN" sz="1000" dirty="0"/>
        </a:p>
      </dgm:t>
    </dgm:pt>
    <dgm:pt modelId="{8472EE21-2B9C-42EF-A5FB-CFCFBA55DD8C}" type="parTrans" cxnId="{3C8EA108-168A-44EC-B8B8-07C5111B0FC3}">
      <dgm:prSet/>
      <dgm:spPr/>
      <dgm:t>
        <a:bodyPr/>
        <a:lstStyle/>
        <a:p>
          <a:endParaRPr lang="en-IN"/>
        </a:p>
      </dgm:t>
    </dgm:pt>
    <dgm:pt modelId="{7467CCE2-F34C-4DD8-B295-E83741F57DF1}" type="sibTrans" cxnId="{3C8EA108-168A-44EC-B8B8-07C5111B0FC3}">
      <dgm:prSet/>
      <dgm:spPr/>
      <dgm:t>
        <a:bodyPr/>
        <a:lstStyle/>
        <a:p>
          <a:endParaRPr lang="en-IN"/>
        </a:p>
      </dgm:t>
    </dgm:pt>
    <dgm:pt modelId="{3D9D2000-380E-40A1-A226-DE15C3B61344}">
      <dgm:prSet custT="1"/>
      <dgm:spPr>
        <a:ln>
          <a:solidFill>
            <a:srgbClr val="7030A0"/>
          </a:solidFill>
        </a:ln>
      </dgm:spPr>
      <dgm:t>
        <a:bodyPr/>
        <a:lstStyle/>
        <a:p>
          <a:r>
            <a:rPr lang="en-IN" sz="1000"/>
            <a:t>Quickly access relevant troubleshooting information </a:t>
          </a:r>
        </a:p>
      </dgm:t>
    </dgm:pt>
    <dgm:pt modelId="{50D110B7-0259-439F-9245-69AACE1B5FB6}" type="parTrans" cxnId="{88C8BD78-5268-450F-8C49-E1049B38B56E}">
      <dgm:prSet/>
      <dgm:spPr/>
      <dgm:t>
        <a:bodyPr/>
        <a:lstStyle/>
        <a:p>
          <a:endParaRPr lang="en-IN"/>
        </a:p>
      </dgm:t>
    </dgm:pt>
    <dgm:pt modelId="{E01D4AC9-842D-4D47-AAE9-7AEA7464483B}" type="sibTrans" cxnId="{88C8BD78-5268-450F-8C49-E1049B38B56E}">
      <dgm:prSet/>
      <dgm:spPr/>
      <dgm:t>
        <a:bodyPr/>
        <a:lstStyle/>
        <a:p>
          <a:endParaRPr lang="en-IN"/>
        </a:p>
      </dgm:t>
    </dgm:pt>
    <dgm:pt modelId="{F4D6A539-37DD-4AC5-AB7C-C81D38B9FD26}">
      <dgm:prSet custT="1"/>
      <dgm:spPr>
        <a:solidFill>
          <a:srgbClr val="704EA6"/>
        </a:solidFill>
      </dgm:spPr>
      <dgm:t>
        <a:bodyPr/>
        <a:lstStyle/>
        <a:p>
          <a:r>
            <a:rPr lang="en-IN" sz="1400" b="1"/>
            <a:t>Samsung Support Operations</a:t>
          </a:r>
          <a:endParaRPr lang="en-IN" sz="1400"/>
        </a:p>
      </dgm:t>
    </dgm:pt>
    <dgm:pt modelId="{727A7F70-BF27-423A-982D-DE5DB388F640}" type="parTrans" cxnId="{ED9D8EA2-2F32-45A2-8B1A-202DFE513DF1}">
      <dgm:prSet/>
      <dgm:spPr/>
      <dgm:t>
        <a:bodyPr/>
        <a:lstStyle/>
        <a:p>
          <a:endParaRPr lang="en-IN"/>
        </a:p>
      </dgm:t>
    </dgm:pt>
    <dgm:pt modelId="{75F987DB-558E-4F7C-9732-4112F33C3F18}" type="sibTrans" cxnId="{ED9D8EA2-2F32-45A2-8B1A-202DFE513DF1}">
      <dgm:prSet/>
      <dgm:spPr>
        <a:solidFill>
          <a:srgbClr val="CCCCFF"/>
        </a:solidFill>
      </dgm:spPr>
      <dgm:t>
        <a:bodyPr/>
        <a:lstStyle/>
        <a:p>
          <a:endParaRPr lang="en-IN"/>
        </a:p>
      </dgm:t>
    </dgm:pt>
    <dgm:pt modelId="{4CA4B170-76B5-4D73-9105-C94620C80465}">
      <dgm:prSet custT="1"/>
      <dgm:spPr>
        <a:ln>
          <a:solidFill>
            <a:srgbClr val="7030A0"/>
          </a:solidFill>
        </a:ln>
      </dgm:spPr>
      <dgm:t>
        <a:bodyPr/>
        <a:lstStyle/>
        <a:p>
          <a:endParaRPr lang="en-IN" sz="1000" dirty="0"/>
        </a:p>
      </dgm:t>
    </dgm:pt>
    <dgm:pt modelId="{8066603D-4FCA-4676-892D-80717CB03D76}" type="parTrans" cxnId="{18A1454D-7FB8-4BBB-851F-AE503C4BEBB7}">
      <dgm:prSet/>
      <dgm:spPr/>
      <dgm:t>
        <a:bodyPr/>
        <a:lstStyle/>
        <a:p>
          <a:endParaRPr lang="en-IN"/>
        </a:p>
      </dgm:t>
    </dgm:pt>
    <dgm:pt modelId="{CA474785-EC8D-4050-B596-D1CCD7D3D58B}" type="sibTrans" cxnId="{18A1454D-7FB8-4BBB-851F-AE503C4BEBB7}">
      <dgm:prSet/>
      <dgm:spPr/>
      <dgm:t>
        <a:bodyPr/>
        <a:lstStyle/>
        <a:p>
          <a:endParaRPr lang="en-IN"/>
        </a:p>
      </dgm:t>
    </dgm:pt>
    <dgm:pt modelId="{3A987A2D-2EC0-41CE-8195-0E60D58A3190}">
      <dgm:prSet custT="1"/>
      <dgm:spPr>
        <a:ln>
          <a:solidFill>
            <a:srgbClr val="7030A0"/>
          </a:solidFill>
        </a:ln>
      </dgm:spPr>
      <dgm:t>
        <a:bodyPr/>
        <a:lstStyle/>
        <a:p>
          <a:r>
            <a:rPr lang="en-IN" sz="1000" dirty="0"/>
            <a:t>Scale support across large volumes of queries</a:t>
          </a:r>
        </a:p>
      </dgm:t>
    </dgm:pt>
    <dgm:pt modelId="{5CAD3F54-D8CF-40D8-A773-A4CEEE552A8A}" type="parTrans" cxnId="{D76EE9BB-1574-4F36-B2EE-C95F05F3F48F}">
      <dgm:prSet/>
      <dgm:spPr/>
      <dgm:t>
        <a:bodyPr/>
        <a:lstStyle/>
        <a:p>
          <a:endParaRPr lang="en-IN"/>
        </a:p>
      </dgm:t>
    </dgm:pt>
    <dgm:pt modelId="{F00086D8-1B0D-4566-935B-BA43A5C2F410}" type="sibTrans" cxnId="{D76EE9BB-1574-4F36-B2EE-C95F05F3F48F}">
      <dgm:prSet/>
      <dgm:spPr/>
      <dgm:t>
        <a:bodyPr/>
        <a:lstStyle/>
        <a:p>
          <a:endParaRPr lang="en-IN"/>
        </a:p>
      </dgm:t>
    </dgm:pt>
    <dgm:pt modelId="{3F251F04-6026-48CF-94AC-A8D8BAA529D2}">
      <dgm:prSet custT="1"/>
      <dgm:spPr>
        <a:ln>
          <a:solidFill>
            <a:srgbClr val="7030A0"/>
          </a:solidFill>
        </a:ln>
      </dgm:spPr>
      <dgm:t>
        <a:bodyPr/>
        <a:lstStyle/>
        <a:p>
          <a:r>
            <a:rPr lang="en-IN" sz="1000" dirty="0"/>
            <a:t>Improve consistency of troubleshooting responses </a:t>
          </a:r>
        </a:p>
      </dgm:t>
    </dgm:pt>
    <dgm:pt modelId="{1479C5BD-2378-42F7-B477-4EAFAEAA2E9F}" type="parTrans" cxnId="{DF17BFA6-F713-4452-9FB1-1ABD5998F295}">
      <dgm:prSet/>
      <dgm:spPr/>
      <dgm:t>
        <a:bodyPr/>
        <a:lstStyle/>
        <a:p>
          <a:endParaRPr lang="en-IN"/>
        </a:p>
      </dgm:t>
    </dgm:pt>
    <dgm:pt modelId="{13843A01-9A3D-4BD6-98D4-A6C30164E232}" type="sibTrans" cxnId="{DF17BFA6-F713-4452-9FB1-1ABD5998F295}">
      <dgm:prSet/>
      <dgm:spPr/>
      <dgm:t>
        <a:bodyPr/>
        <a:lstStyle/>
        <a:p>
          <a:endParaRPr lang="en-IN"/>
        </a:p>
      </dgm:t>
    </dgm:pt>
    <dgm:pt modelId="{78E0F8DC-603A-4197-B47F-B66FFC55D71A}">
      <dgm:prSet custT="1"/>
      <dgm:spPr>
        <a:ln>
          <a:solidFill>
            <a:srgbClr val="7030A0"/>
          </a:solidFill>
        </a:ln>
      </dgm:spPr>
      <dgm:t>
        <a:bodyPr/>
        <a:lstStyle/>
        <a:p>
          <a:r>
            <a:rPr lang="en-IN" sz="1000" dirty="0"/>
            <a:t>Get immediate troubleshooting assistance </a:t>
          </a:r>
        </a:p>
      </dgm:t>
    </dgm:pt>
    <dgm:pt modelId="{CD054897-A1DF-4146-862F-67951D6072E5}" type="parTrans" cxnId="{BD8EBF2D-EA26-450B-BA1E-1B1D97170C8E}">
      <dgm:prSet/>
      <dgm:spPr/>
      <dgm:t>
        <a:bodyPr/>
        <a:lstStyle/>
        <a:p>
          <a:endParaRPr lang="en-IN"/>
        </a:p>
      </dgm:t>
    </dgm:pt>
    <dgm:pt modelId="{8FE626E6-F869-4025-A553-DFEC927DACC6}" type="sibTrans" cxnId="{BD8EBF2D-EA26-450B-BA1E-1B1D97170C8E}">
      <dgm:prSet/>
      <dgm:spPr/>
      <dgm:t>
        <a:bodyPr/>
        <a:lstStyle/>
        <a:p>
          <a:endParaRPr lang="en-IN"/>
        </a:p>
      </dgm:t>
    </dgm:pt>
    <dgm:pt modelId="{030F0EAA-88FD-4172-915E-B2E82AD9E7FD}">
      <dgm:prSet custT="1"/>
      <dgm:spPr>
        <a:ln>
          <a:solidFill>
            <a:srgbClr val="7030A0"/>
          </a:solidFill>
        </a:ln>
      </dgm:spPr>
      <dgm:t>
        <a:bodyPr/>
        <a:lstStyle/>
        <a:p>
          <a:r>
            <a:rPr lang="en-IN" sz="1000" dirty="0"/>
            <a:t>Reduce repetitive document-searching work </a:t>
          </a:r>
        </a:p>
      </dgm:t>
    </dgm:pt>
    <dgm:pt modelId="{7D82B08B-049C-4CFE-A8B8-F47E56C82C79}" type="parTrans" cxnId="{36782264-2DEF-4FCA-A45C-B794F8393334}">
      <dgm:prSet/>
      <dgm:spPr/>
      <dgm:t>
        <a:bodyPr/>
        <a:lstStyle/>
        <a:p>
          <a:endParaRPr lang="en-IN"/>
        </a:p>
      </dgm:t>
    </dgm:pt>
    <dgm:pt modelId="{0D5CDBCC-DDB2-447F-8436-3CC10B331FDA}" type="sibTrans" cxnId="{36782264-2DEF-4FCA-A45C-B794F8393334}">
      <dgm:prSet/>
      <dgm:spPr/>
      <dgm:t>
        <a:bodyPr/>
        <a:lstStyle/>
        <a:p>
          <a:endParaRPr lang="en-IN"/>
        </a:p>
      </dgm:t>
    </dgm:pt>
    <dgm:pt modelId="{B7F6C6C6-6537-4823-8CB9-FC7653661671}" type="pres">
      <dgm:prSet presAssocID="{BFD470BA-6938-4B8B-B826-4FA2CF927F69}" presName="composite" presStyleCnt="0">
        <dgm:presLayoutVars>
          <dgm:chMax val="3"/>
          <dgm:animLvl val="lvl"/>
          <dgm:resizeHandles val="exact"/>
        </dgm:presLayoutVars>
      </dgm:prSet>
      <dgm:spPr/>
    </dgm:pt>
    <dgm:pt modelId="{2CCB9637-CE21-4215-BBCC-7E16112D9353}" type="pres">
      <dgm:prSet presAssocID="{1924DE04-BF68-4C23-A54E-CBA901A799E2}" presName="gear1" presStyleLbl="node1" presStyleIdx="0" presStyleCnt="3">
        <dgm:presLayoutVars>
          <dgm:chMax val="1"/>
          <dgm:bulletEnabled val="1"/>
        </dgm:presLayoutVars>
      </dgm:prSet>
      <dgm:spPr/>
    </dgm:pt>
    <dgm:pt modelId="{59C7EFED-5FD0-4A20-BC0E-E5A6D5B198A5}" type="pres">
      <dgm:prSet presAssocID="{1924DE04-BF68-4C23-A54E-CBA901A799E2}" presName="gear1srcNode" presStyleLbl="node1" presStyleIdx="0" presStyleCnt="3"/>
      <dgm:spPr/>
    </dgm:pt>
    <dgm:pt modelId="{E981A4AC-E6C1-4B78-8687-028FA24DA10A}" type="pres">
      <dgm:prSet presAssocID="{1924DE04-BF68-4C23-A54E-CBA901A799E2}" presName="gear1dstNode" presStyleLbl="node1" presStyleIdx="0" presStyleCnt="3"/>
      <dgm:spPr/>
    </dgm:pt>
    <dgm:pt modelId="{C90D49D3-0C23-46D9-883E-35A0C4D01107}" type="pres">
      <dgm:prSet presAssocID="{1924DE04-BF68-4C23-A54E-CBA901A799E2}" presName="gear1ch" presStyleLbl="fgAcc1" presStyleIdx="0" presStyleCnt="3">
        <dgm:presLayoutVars>
          <dgm:chMax val="0"/>
          <dgm:bulletEnabled val="1"/>
        </dgm:presLayoutVars>
      </dgm:prSet>
      <dgm:spPr/>
    </dgm:pt>
    <dgm:pt modelId="{5E43A855-FD4B-4215-9703-80321C6FB1F0}" type="pres">
      <dgm:prSet presAssocID="{17487EA0-5515-4E8E-AB67-DA2B6E8DA2B0}" presName="gear2" presStyleLbl="node1" presStyleIdx="1" presStyleCnt="3">
        <dgm:presLayoutVars>
          <dgm:chMax val="1"/>
          <dgm:bulletEnabled val="1"/>
        </dgm:presLayoutVars>
      </dgm:prSet>
      <dgm:spPr/>
    </dgm:pt>
    <dgm:pt modelId="{BEB82167-B3C2-4A39-A5AB-722925C62BC6}" type="pres">
      <dgm:prSet presAssocID="{17487EA0-5515-4E8E-AB67-DA2B6E8DA2B0}" presName="gear2srcNode" presStyleLbl="node1" presStyleIdx="1" presStyleCnt="3"/>
      <dgm:spPr/>
    </dgm:pt>
    <dgm:pt modelId="{C502F3F4-A89B-492D-839E-C1A33723A05F}" type="pres">
      <dgm:prSet presAssocID="{17487EA0-5515-4E8E-AB67-DA2B6E8DA2B0}" presName="gear2dstNode" presStyleLbl="node1" presStyleIdx="1" presStyleCnt="3"/>
      <dgm:spPr/>
    </dgm:pt>
    <dgm:pt modelId="{23BE5922-64D0-4FD9-83C3-5D9F2AC1F0F0}" type="pres">
      <dgm:prSet presAssocID="{17487EA0-5515-4E8E-AB67-DA2B6E8DA2B0}" presName="gear2ch" presStyleLbl="fgAcc1" presStyleIdx="1" presStyleCnt="3">
        <dgm:presLayoutVars>
          <dgm:chMax val="0"/>
          <dgm:bulletEnabled val="1"/>
        </dgm:presLayoutVars>
      </dgm:prSet>
      <dgm:spPr/>
    </dgm:pt>
    <dgm:pt modelId="{7E30A5E9-0DA4-4624-AF9A-C3A56CA39CCD}" type="pres">
      <dgm:prSet presAssocID="{F4D6A539-37DD-4AC5-AB7C-C81D38B9FD26}" presName="gear3" presStyleLbl="node1" presStyleIdx="2" presStyleCnt="3"/>
      <dgm:spPr/>
    </dgm:pt>
    <dgm:pt modelId="{F24B1C4F-4440-47DF-95BC-6BED182C2C50}" type="pres">
      <dgm:prSet presAssocID="{F4D6A539-37DD-4AC5-AB7C-C81D38B9FD26}" presName="gear3tx" presStyleLbl="node1" presStyleIdx="2" presStyleCnt="3">
        <dgm:presLayoutVars>
          <dgm:chMax val="1"/>
          <dgm:bulletEnabled val="1"/>
        </dgm:presLayoutVars>
      </dgm:prSet>
      <dgm:spPr/>
    </dgm:pt>
    <dgm:pt modelId="{58CF4C74-FE4C-42D2-B532-DDD886BD4C06}" type="pres">
      <dgm:prSet presAssocID="{F4D6A539-37DD-4AC5-AB7C-C81D38B9FD26}" presName="gear3srcNode" presStyleLbl="node1" presStyleIdx="2" presStyleCnt="3"/>
      <dgm:spPr/>
    </dgm:pt>
    <dgm:pt modelId="{FB047354-A166-4FEF-B709-524D3D6F61CF}" type="pres">
      <dgm:prSet presAssocID="{F4D6A539-37DD-4AC5-AB7C-C81D38B9FD26}" presName="gear3dstNode" presStyleLbl="node1" presStyleIdx="2" presStyleCnt="3"/>
      <dgm:spPr/>
    </dgm:pt>
    <dgm:pt modelId="{B150604B-16C6-429D-B93C-E85A8E6AB481}" type="pres">
      <dgm:prSet presAssocID="{F4D6A539-37DD-4AC5-AB7C-C81D38B9FD26}" presName="gear3ch" presStyleLbl="fgAcc1" presStyleIdx="2" presStyleCnt="3">
        <dgm:presLayoutVars>
          <dgm:chMax val="0"/>
          <dgm:bulletEnabled val="1"/>
        </dgm:presLayoutVars>
      </dgm:prSet>
      <dgm:spPr/>
    </dgm:pt>
    <dgm:pt modelId="{71D6342D-C1A6-4345-8503-D2996B83209C}" type="pres">
      <dgm:prSet presAssocID="{7E7B1C43-F955-4EB8-9619-450E9C4F09A0}" presName="connector1" presStyleLbl="sibTrans2D1" presStyleIdx="0" presStyleCnt="3"/>
      <dgm:spPr/>
    </dgm:pt>
    <dgm:pt modelId="{AFD42E5F-0B1C-4E76-B396-C77232C2CFDD}" type="pres">
      <dgm:prSet presAssocID="{1F93722C-9976-4674-8758-B419033637EA}" presName="connector2" presStyleLbl="sibTrans2D1" presStyleIdx="1" presStyleCnt="3"/>
      <dgm:spPr/>
    </dgm:pt>
    <dgm:pt modelId="{89CF592C-FEA1-40CE-BE0A-DA82118359E2}" type="pres">
      <dgm:prSet presAssocID="{75F987DB-558E-4F7C-9732-4112F33C3F18}" presName="connector3" presStyleLbl="sibTrans2D1" presStyleIdx="2" presStyleCnt="3"/>
      <dgm:spPr/>
    </dgm:pt>
  </dgm:ptLst>
  <dgm:cxnLst>
    <dgm:cxn modelId="{3C8EA108-168A-44EC-B8B8-07C5111B0FC3}" srcId="{17487EA0-5515-4E8E-AB67-DA2B6E8DA2B0}" destId="{52A1157A-9E45-4DC0-A2AD-38091EA0F539}" srcOrd="0" destOrd="0" parTransId="{8472EE21-2B9C-42EF-A5FB-CFCFBA55DD8C}" sibTransId="{7467CCE2-F34C-4DD8-B295-E83741F57DF1}"/>
    <dgm:cxn modelId="{F28A2C0F-08C0-471B-B787-D9F564342418}" type="presOf" srcId="{1924DE04-BF68-4C23-A54E-CBA901A799E2}" destId="{2CCB9637-CE21-4215-BBCC-7E16112D9353}" srcOrd="0" destOrd="0" presId="urn:microsoft.com/office/officeart/2005/8/layout/gear1"/>
    <dgm:cxn modelId="{F14B8F0F-B5CF-45D1-B8F9-0FCBB47D6020}" srcId="{1924DE04-BF68-4C23-A54E-CBA901A799E2}" destId="{33FA5223-1757-4BFC-ABEF-BFC7E573D42B}" srcOrd="0" destOrd="0" parTransId="{20118556-32AE-42AB-8F22-2CACB7CA0825}" sibTransId="{D606B410-37B0-4FFD-A9FB-D4F46D4BE660}"/>
    <dgm:cxn modelId="{F4DD7B10-77F0-4939-A33A-83E851C95268}" type="presOf" srcId="{030F0EAA-88FD-4172-915E-B2E82AD9E7FD}" destId="{23BE5922-64D0-4FD9-83C3-5D9F2AC1F0F0}" srcOrd="0" destOrd="1" presId="urn:microsoft.com/office/officeart/2005/8/layout/gear1"/>
    <dgm:cxn modelId="{D618C121-862C-41BD-9241-290C7D979361}" type="presOf" srcId="{3F251F04-6026-48CF-94AC-A8D8BAA529D2}" destId="{B150604B-16C6-429D-B93C-E85A8E6AB481}" srcOrd="0" destOrd="1" presId="urn:microsoft.com/office/officeart/2005/8/layout/gear1"/>
    <dgm:cxn modelId="{18C73323-B8DF-46B4-BF49-94043560015A}" type="presOf" srcId="{3D9D2000-380E-40A1-A226-DE15C3B61344}" destId="{23BE5922-64D0-4FD9-83C3-5D9F2AC1F0F0}" srcOrd="0" destOrd="2" presId="urn:microsoft.com/office/officeart/2005/8/layout/gear1"/>
    <dgm:cxn modelId="{BD8EBF2D-EA26-450B-BA1E-1B1D97170C8E}" srcId="{1924DE04-BF68-4C23-A54E-CBA901A799E2}" destId="{78E0F8DC-603A-4197-B47F-B66FFC55D71A}" srcOrd="1" destOrd="0" parTransId="{CD054897-A1DF-4146-862F-67951D6072E5}" sibTransId="{8FE626E6-F869-4025-A553-DFEC927DACC6}"/>
    <dgm:cxn modelId="{819D402E-D78F-4404-9B91-4B6ABE0127A2}" srcId="{1924DE04-BF68-4C23-A54E-CBA901A799E2}" destId="{C564BA65-F07E-4D42-93B3-8C398195DA84}" srcOrd="2" destOrd="0" parTransId="{3D997F89-746D-49EA-84A9-FDC3D43DFEFB}" sibTransId="{B821337A-7B5F-4623-8F69-D351880AC2C8}"/>
    <dgm:cxn modelId="{E7E4DE5F-4CDD-4447-A3BF-B8BAB183A334}" type="presOf" srcId="{F4D6A539-37DD-4AC5-AB7C-C81D38B9FD26}" destId="{7E30A5E9-0DA4-4624-AF9A-C3A56CA39CCD}" srcOrd="0" destOrd="0" presId="urn:microsoft.com/office/officeart/2005/8/layout/gear1"/>
    <dgm:cxn modelId="{36782264-2DEF-4FCA-A45C-B794F8393334}" srcId="{17487EA0-5515-4E8E-AB67-DA2B6E8DA2B0}" destId="{030F0EAA-88FD-4172-915E-B2E82AD9E7FD}" srcOrd="1" destOrd="0" parTransId="{7D82B08B-049C-4CFE-A8B8-F47E56C82C79}" sibTransId="{0D5CDBCC-DDB2-447F-8436-3CC10B331FDA}"/>
    <dgm:cxn modelId="{6EF90345-5989-4440-A400-8EED3AABFABE}" srcId="{BFD470BA-6938-4B8B-B826-4FA2CF927F69}" destId="{1924DE04-BF68-4C23-A54E-CBA901A799E2}" srcOrd="0" destOrd="0" parTransId="{D522DBFD-3009-4F93-887F-9C066DC566D2}" sibTransId="{7E7B1C43-F955-4EB8-9619-450E9C4F09A0}"/>
    <dgm:cxn modelId="{18A1454D-7FB8-4BBB-851F-AE503C4BEBB7}" srcId="{F4D6A539-37DD-4AC5-AB7C-C81D38B9FD26}" destId="{4CA4B170-76B5-4D73-9105-C94620C80465}" srcOrd="0" destOrd="0" parTransId="{8066603D-4FCA-4676-892D-80717CB03D76}" sibTransId="{CA474785-EC8D-4050-B596-D1CCD7D3D58B}"/>
    <dgm:cxn modelId="{1774124F-9344-4B41-8EAE-DF0FB27333A1}" type="presOf" srcId="{52A1157A-9E45-4DC0-A2AD-38091EA0F539}" destId="{23BE5922-64D0-4FD9-83C3-5D9F2AC1F0F0}" srcOrd="0" destOrd="0" presId="urn:microsoft.com/office/officeart/2005/8/layout/gear1"/>
    <dgm:cxn modelId="{E5008670-8A71-4F44-977C-5B774DE37A13}" type="presOf" srcId="{F4D6A539-37DD-4AC5-AB7C-C81D38B9FD26}" destId="{FB047354-A166-4FEF-B709-524D3D6F61CF}" srcOrd="3" destOrd="0" presId="urn:microsoft.com/office/officeart/2005/8/layout/gear1"/>
    <dgm:cxn modelId="{3D540453-B291-46CF-BA50-90B9AB45356B}" type="presOf" srcId="{1924DE04-BF68-4C23-A54E-CBA901A799E2}" destId="{E981A4AC-E6C1-4B78-8687-028FA24DA10A}" srcOrd="2" destOrd="0" presId="urn:microsoft.com/office/officeart/2005/8/layout/gear1"/>
    <dgm:cxn modelId="{43B35074-3E86-4AB6-AABD-F747F14D8A46}" type="presOf" srcId="{F4D6A539-37DD-4AC5-AB7C-C81D38B9FD26}" destId="{58CF4C74-FE4C-42D2-B532-DDD886BD4C06}" srcOrd="2" destOrd="0" presId="urn:microsoft.com/office/officeart/2005/8/layout/gear1"/>
    <dgm:cxn modelId="{88C8BD78-5268-450F-8C49-E1049B38B56E}" srcId="{17487EA0-5515-4E8E-AB67-DA2B6E8DA2B0}" destId="{3D9D2000-380E-40A1-A226-DE15C3B61344}" srcOrd="2" destOrd="0" parTransId="{50D110B7-0259-439F-9245-69AACE1B5FB6}" sibTransId="{E01D4AC9-842D-4D47-AAE9-7AEA7464483B}"/>
    <dgm:cxn modelId="{F105B279-2F68-4375-B9DF-429C138B3D39}" type="presOf" srcId="{17487EA0-5515-4E8E-AB67-DA2B6E8DA2B0}" destId="{5E43A855-FD4B-4215-9703-80321C6FB1F0}" srcOrd="0" destOrd="0" presId="urn:microsoft.com/office/officeart/2005/8/layout/gear1"/>
    <dgm:cxn modelId="{C856AA82-0726-417E-8242-9CA0FA1CF8AA}" type="presOf" srcId="{C564BA65-F07E-4D42-93B3-8C398195DA84}" destId="{C90D49D3-0C23-46D9-883E-35A0C4D01107}" srcOrd="0" destOrd="2" presId="urn:microsoft.com/office/officeart/2005/8/layout/gear1"/>
    <dgm:cxn modelId="{43E25D87-C3A0-4D14-A82A-6F552EDB2975}" type="presOf" srcId="{BFD470BA-6938-4B8B-B826-4FA2CF927F69}" destId="{B7F6C6C6-6537-4823-8CB9-FC7653661671}" srcOrd="0" destOrd="0" presId="urn:microsoft.com/office/officeart/2005/8/layout/gear1"/>
    <dgm:cxn modelId="{D6D8278A-423F-4F6E-B04B-2575EEB30A67}" type="presOf" srcId="{17487EA0-5515-4E8E-AB67-DA2B6E8DA2B0}" destId="{BEB82167-B3C2-4A39-A5AB-722925C62BC6}" srcOrd="1" destOrd="0" presId="urn:microsoft.com/office/officeart/2005/8/layout/gear1"/>
    <dgm:cxn modelId="{ED9D8EA2-2F32-45A2-8B1A-202DFE513DF1}" srcId="{BFD470BA-6938-4B8B-B826-4FA2CF927F69}" destId="{F4D6A539-37DD-4AC5-AB7C-C81D38B9FD26}" srcOrd="2" destOrd="0" parTransId="{727A7F70-BF27-423A-982D-DE5DB388F640}" sibTransId="{75F987DB-558E-4F7C-9732-4112F33C3F18}"/>
    <dgm:cxn modelId="{4042BCA3-EDAB-471E-9935-6D35A8156EDE}" type="presOf" srcId="{F4D6A539-37DD-4AC5-AB7C-C81D38B9FD26}" destId="{F24B1C4F-4440-47DF-95BC-6BED182C2C50}" srcOrd="1" destOrd="0" presId="urn:microsoft.com/office/officeart/2005/8/layout/gear1"/>
    <dgm:cxn modelId="{DF17BFA6-F713-4452-9FB1-1ABD5998F295}" srcId="{F4D6A539-37DD-4AC5-AB7C-C81D38B9FD26}" destId="{3F251F04-6026-48CF-94AC-A8D8BAA529D2}" srcOrd="1" destOrd="0" parTransId="{1479C5BD-2378-42F7-B477-4EAFAEAA2E9F}" sibTransId="{13843A01-9A3D-4BD6-98D4-A6C30164E232}"/>
    <dgm:cxn modelId="{12E590B8-9F46-4488-A89F-D79784489667}" srcId="{BFD470BA-6938-4B8B-B826-4FA2CF927F69}" destId="{17487EA0-5515-4E8E-AB67-DA2B6E8DA2B0}" srcOrd="1" destOrd="0" parTransId="{28E0EB30-0E9F-4340-8DA1-1C0F9C80AEB2}" sibTransId="{1F93722C-9976-4674-8758-B419033637EA}"/>
    <dgm:cxn modelId="{B204E2BB-CC8D-4F2E-A8A0-851D2F74AB49}" type="presOf" srcId="{1924DE04-BF68-4C23-A54E-CBA901A799E2}" destId="{59C7EFED-5FD0-4A20-BC0E-E5A6D5B198A5}" srcOrd="1" destOrd="0" presId="urn:microsoft.com/office/officeart/2005/8/layout/gear1"/>
    <dgm:cxn modelId="{D76EE9BB-1574-4F36-B2EE-C95F05F3F48F}" srcId="{F4D6A539-37DD-4AC5-AB7C-C81D38B9FD26}" destId="{3A987A2D-2EC0-41CE-8195-0E60D58A3190}" srcOrd="2" destOrd="0" parTransId="{5CAD3F54-D8CF-40D8-A773-A4CEEE552A8A}" sibTransId="{F00086D8-1B0D-4566-935B-BA43A5C2F410}"/>
    <dgm:cxn modelId="{D08624C4-7262-4AF8-9EEE-62DE97C0CB79}" type="presOf" srcId="{3A987A2D-2EC0-41CE-8195-0E60D58A3190}" destId="{B150604B-16C6-429D-B93C-E85A8E6AB481}" srcOrd="0" destOrd="2" presId="urn:microsoft.com/office/officeart/2005/8/layout/gear1"/>
    <dgm:cxn modelId="{A57508C7-104C-41FD-915C-0EDAB073D8BF}" type="presOf" srcId="{4CA4B170-76B5-4D73-9105-C94620C80465}" destId="{B150604B-16C6-429D-B93C-E85A8E6AB481}" srcOrd="0" destOrd="0" presId="urn:microsoft.com/office/officeart/2005/8/layout/gear1"/>
    <dgm:cxn modelId="{440A1BC8-A2E3-42D4-9BE9-D012DA3FD2D0}" type="presOf" srcId="{33FA5223-1757-4BFC-ABEF-BFC7E573D42B}" destId="{C90D49D3-0C23-46D9-883E-35A0C4D01107}" srcOrd="0" destOrd="0" presId="urn:microsoft.com/office/officeart/2005/8/layout/gear1"/>
    <dgm:cxn modelId="{A4D50BCE-D815-46E6-AD82-1893C8DE648E}" type="presOf" srcId="{78E0F8DC-603A-4197-B47F-B66FFC55D71A}" destId="{C90D49D3-0C23-46D9-883E-35A0C4D01107}" srcOrd="0" destOrd="1" presId="urn:microsoft.com/office/officeart/2005/8/layout/gear1"/>
    <dgm:cxn modelId="{DFC550D8-EA58-45E6-A01C-AED5A97E790C}" type="presOf" srcId="{75F987DB-558E-4F7C-9732-4112F33C3F18}" destId="{89CF592C-FEA1-40CE-BE0A-DA82118359E2}" srcOrd="0" destOrd="0" presId="urn:microsoft.com/office/officeart/2005/8/layout/gear1"/>
    <dgm:cxn modelId="{0D8ABFE5-D87C-4B6C-8EC0-2DCFA30EF456}" type="presOf" srcId="{1F93722C-9976-4674-8758-B419033637EA}" destId="{AFD42E5F-0B1C-4E76-B396-C77232C2CFDD}" srcOrd="0" destOrd="0" presId="urn:microsoft.com/office/officeart/2005/8/layout/gear1"/>
    <dgm:cxn modelId="{0C53D2F8-F247-4A0A-85DD-C6D31C330526}" type="presOf" srcId="{7E7B1C43-F955-4EB8-9619-450E9C4F09A0}" destId="{71D6342D-C1A6-4345-8503-D2996B83209C}" srcOrd="0" destOrd="0" presId="urn:microsoft.com/office/officeart/2005/8/layout/gear1"/>
    <dgm:cxn modelId="{306BD2FB-B399-4C46-B7B5-7469700DBD17}" type="presOf" srcId="{17487EA0-5515-4E8E-AB67-DA2B6E8DA2B0}" destId="{C502F3F4-A89B-492D-839E-C1A33723A05F}" srcOrd="2" destOrd="0" presId="urn:microsoft.com/office/officeart/2005/8/layout/gear1"/>
    <dgm:cxn modelId="{D5BAB3CA-9E8C-4020-A461-1909671FF231}" type="presParOf" srcId="{B7F6C6C6-6537-4823-8CB9-FC7653661671}" destId="{2CCB9637-CE21-4215-BBCC-7E16112D9353}" srcOrd="0" destOrd="0" presId="urn:microsoft.com/office/officeart/2005/8/layout/gear1"/>
    <dgm:cxn modelId="{223D4013-7F44-47E0-861D-569E8DE7E899}" type="presParOf" srcId="{B7F6C6C6-6537-4823-8CB9-FC7653661671}" destId="{59C7EFED-5FD0-4A20-BC0E-E5A6D5B198A5}" srcOrd="1" destOrd="0" presId="urn:microsoft.com/office/officeart/2005/8/layout/gear1"/>
    <dgm:cxn modelId="{2564C1FA-26F9-4A10-AC5F-E09C27B0524B}" type="presParOf" srcId="{B7F6C6C6-6537-4823-8CB9-FC7653661671}" destId="{E981A4AC-E6C1-4B78-8687-028FA24DA10A}" srcOrd="2" destOrd="0" presId="urn:microsoft.com/office/officeart/2005/8/layout/gear1"/>
    <dgm:cxn modelId="{F96E0B82-C897-44F0-BA51-2E87FF85D9C8}" type="presParOf" srcId="{B7F6C6C6-6537-4823-8CB9-FC7653661671}" destId="{C90D49D3-0C23-46D9-883E-35A0C4D01107}" srcOrd="3" destOrd="0" presId="urn:microsoft.com/office/officeart/2005/8/layout/gear1"/>
    <dgm:cxn modelId="{D0CAA60D-7AC2-4EC4-8D83-E1A1A57527B6}" type="presParOf" srcId="{B7F6C6C6-6537-4823-8CB9-FC7653661671}" destId="{5E43A855-FD4B-4215-9703-80321C6FB1F0}" srcOrd="4" destOrd="0" presId="urn:microsoft.com/office/officeart/2005/8/layout/gear1"/>
    <dgm:cxn modelId="{75025A4E-A641-4AD6-8C8D-8D6DFED3E579}" type="presParOf" srcId="{B7F6C6C6-6537-4823-8CB9-FC7653661671}" destId="{BEB82167-B3C2-4A39-A5AB-722925C62BC6}" srcOrd="5" destOrd="0" presId="urn:microsoft.com/office/officeart/2005/8/layout/gear1"/>
    <dgm:cxn modelId="{95E6A3A3-4CEC-4F49-B7A5-E28FD4D3429D}" type="presParOf" srcId="{B7F6C6C6-6537-4823-8CB9-FC7653661671}" destId="{C502F3F4-A89B-492D-839E-C1A33723A05F}" srcOrd="6" destOrd="0" presId="urn:microsoft.com/office/officeart/2005/8/layout/gear1"/>
    <dgm:cxn modelId="{3E02DC89-628C-421B-9B3B-0BC59CF4353D}" type="presParOf" srcId="{B7F6C6C6-6537-4823-8CB9-FC7653661671}" destId="{23BE5922-64D0-4FD9-83C3-5D9F2AC1F0F0}" srcOrd="7" destOrd="0" presId="urn:microsoft.com/office/officeart/2005/8/layout/gear1"/>
    <dgm:cxn modelId="{F257075C-7621-4F9D-B1EE-793A22FA9108}" type="presParOf" srcId="{B7F6C6C6-6537-4823-8CB9-FC7653661671}" destId="{7E30A5E9-0DA4-4624-AF9A-C3A56CA39CCD}" srcOrd="8" destOrd="0" presId="urn:microsoft.com/office/officeart/2005/8/layout/gear1"/>
    <dgm:cxn modelId="{24702851-19DC-4ED5-AB72-A13097728609}" type="presParOf" srcId="{B7F6C6C6-6537-4823-8CB9-FC7653661671}" destId="{F24B1C4F-4440-47DF-95BC-6BED182C2C50}" srcOrd="9" destOrd="0" presId="urn:microsoft.com/office/officeart/2005/8/layout/gear1"/>
    <dgm:cxn modelId="{0C7976D0-493E-4167-85F2-A2BB610AEE11}" type="presParOf" srcId="{B7F6C6C6-6537-4823-8CB9-FC7653661671}" destId="{58CF4C74-FE4C-42D2-B532-DDD886BD4C06}" srcOrd="10" destOrd="0" presId="urn:microsoft.com/office/officeart/2005/8/layout/gear1"/>
    <dgm:cxn modelId="{95F9C8F3-4607-4EDF-AE80-40C6ED555DDF}" type="presParOf" srcId="{B7F6C6C6-6537-4823-8CB9-FC7653661671}" destId="{FB047354-A166-4FEF-B709-524D3D6F61CF}" srcOrd="11" destOrd="0" presId="urn:microsoft.com/office/officeart/2005/8/layout/gear1"/>
    <dgm:cxn modelId="{3CC080CB-01C5-4E17-86BA-D603816A9E38}" type="presParOf" srcId="{B7F6C6C6-6537-4823-8CB9-FC7653661671}" destId="{B150604B-16C6-429D-B93C-E85A8E6AB481}" srcOrd="12" destOrd="0" presId="urn:microsoft.com/office/officeart/2005/8/layout/gear1"/>
    <dgm:cxn modelId="{B31E66E7-3B2F-448C-A910-6F23C31B25A6}" type="presParOf" srcId="{B7F6C6C6-6537-4823-8CB9-FC7653661671}" destId="{71D6342D-C1A6-4345-8503-D2996B83209C}" srcOrd="13" destOrd="0" presId="urn:microsoft.com/office/officeart/2005/8/layout/gear1"/>
    <dgm:cxn modelId="{9A0DF6B3-B699-457F-9446-AA3F00922FCB}" type="presParOf" srcId="{B7F6C6C6-6537-4823-8CB9-FC7653661671}" destId="{AFD42E5F-0B1C-4E76-B396-C77232C2CFDD}" srcOrd="14" destOrd="0" presId="urn:microsoft.com/office/officeart/2005/8/layout/gear1"/>
    <dgm:cxn modelId="{837E9AD4-50B9-4CF2-8159-BF8A9C654811}" type="presParOf" srcId="{B7F6C6C6-6537-4823-8CB9-FC7653661671}" destId="{89CF592C-FEA1-40CE-BE0A-DA82118359E2}" srcOrd="15"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B3CE95E-363C-4E6D-A177-0D326DD15BC9}" type="doc">
      <dgm:prSet loTypeId="urn:microsoft.com/office/officeart/2005/8/layout/bProcess3" loCatId="process" qsTypeId="urn:microsoft.com/office/officeart/2005/8/quickstyle/3d2" qsCatId="3D" csTypeId="urn:microsoft.com/office/officeart/2005/8/colors/accent1_2" csCatId="accent1" phldr="1"/>
      <dgm:spPr/>
      <dgm:t>
        <a:bodyPr/>
        <a:lstStyle/>
        <a:p>
          <a:endParaRPr lang="en-IN"/>
        </a:p>
      </dgm:t>
    </dgm:pt>
    <dgm:pt modelId="{4F456737-7B4E-4D26-A558-0E6440331AA3}">
      <dgm:prSet/>
      <dgm:spPr>
        <a:solidFill>
          <a:srgbClr val="CCCCFF"/>
        </a:solidFill>
        <a:ln>
          <a:solidFill>
            <a:srgbClr val="7030A0"/>
          </a:solidFill>
        </a:ln>
      </dgm:spPr>
      <dgm:t>
        <a:bodyPr/>
        <a:lstStyle/>
        <a:p>
          <a:r>
            <a:rPr lang="en-IN" b="1" dirty="0">
              <a:solidFill>
                <a:srgbClr val="7030A0"/>
              </a:solidFill>
            </a:rPr>
            <a:t>Key Use Cases</a:t>
          </a:r>
        </a:p>
      </dgm:t>
    </dgm:pt>
    <dgm:pt modelId="{5574AFF3-1ADC-4DB4-824C-709E3C4A53A6}" type="parTrans" cxnId="{9DBB3D1D-13B1-4E35-B3DF-B37C9C1D2D37}">
      <dgm:prSet/>
      <dgm:spPr/>
      <dgm:t>
        <a:bodyPr/>
        <a:lstStyle/>
        <a:p>
          <a:endParaRPr lang="en-IN"/>
        </a:p>
      </dgm:t>
    </dgm:pt>
    <dgm:pt modelId="{C8DC7BA7-6DFD-4D20-AAB1-B0AAC72C4A36}" type="sibTrans" cxnId="{9DBB3D1D-13B1-4E35-B3DF-B37C9C1D2D37}">
      <dgm:prSet/>
      <dgm:spPr>
        <a:solidFill>
          <a:srgbClr val="CCCCFF"/>
        </a:solidFill>
        <a:ln>
          <a:solidFill>
            <a:srgbClr val="7030A0"/>
          </a:solidFill>
        </a:ln>
      </dgm:spPr>
      <dgm:t>
        <a:bodyPr/>
        <a:lstStyle/>
        <a:p>
          <a:endParaRPr lang="en-IN">
            <a:solidFill>
              <a:srgbClr val="7030A0"/>
            </a:solidFill>
          </a:endParaRPr>
        </a:p>
      </dgm:t>
    </dgm:pt>
    <dgm:pt modelId="{19127B50-8D13-437C-872D-4DD636FFA894}">
      <dgm:prSet/>
      <dgm:spPr>
        <a:solidFill>
          <a:srgbClr val="CCCCFF"/>
        </a:solidFill>
        <a:ln>
          <a:solidFill>
            <a:srgbClr val="7030A0"/>
          </a:solidFill>
        </a:ln>
      </dgm:spPr>
      <dgm:t>
        <a:bodyPr/>
        <a:lstStyle/>
        <a:p>
          <a:r>
            <a:rPr lang="en-IN" b="1" dirty="0">
              <a:solidFill>
                <a:srgbClr val="7030A0"/>
              </a:solidFill>
            </a:rPr>
            <a:t>Screen/display problems</a:t>
          </a:r>
        </a:p>
      </dgm:t>
    </dgm:pt>
    <dgm:pt modelId="{E3773F84-A942-4E6E-8EF6-34B82497A130}" type="parTrans" cxnId="{F52AB86B-BD9D-47BA-8ECC-2630CDE134D6}">
      <dgm:prSet/>
      <dgm:spPr/>
      <dgm:t>
        <a:bodyPr/>
        <a:lstStyle/>
        <a:p>
          <a:endParaRPr lang="en-IN"/>
        </a:p>
      </dgm:t>
    </dgm:pt>
    <dgm:pt modelId="{E0FBA762-7BAA-4029-93FF-9455A6BB7035}" type="sibTrans" cxnId="{F52AB86B-BD9D-47BA-8ECC-2630CDE134D6}">
      <dgm:prSet/>
      <dgm:spPr>
        <a:solidFill>
          <a:srgbClr val="CCCCFF"/>
        </a:solidFill>
        <a:ln>
          <a:solidFill>
            <a:srgbClr val="7030A0"/>
          </a:solidFill>
        </a:ln>
      </dgm:spPr>
      <dgm:t>
        <a:bodyPr/>
        <a:lstStyle/>
        <a:p>
          <a:endParaRPr lang="en-IN">
            <a:solidFill>
              <a:srgbClr val="7030A0"/>
            </a:solidFill>
          </a:endParaRPr>
        </a:p>
      </dgm:t>
    </dgm:pt>
    <dgm:pt modelId="{CA295A12-D8B4-4754-A606-BEF755EA7D64}">
      <dgm:prSet/>
      <dgm:spPr>
        <a:solidFill>
          <a:srgbClr val="CCCCFF"/>
        </a:solidFill>
        <a:ln>
          <a:solidFill>
            <a:srgbClr val="7030A0"/>
          </a:solidFill>
        </a:ln>
      </dgm:spPr>
      <dgm:t>
        <a:bodyPr/>
        <a:lstStyle/>
        <a:p>
          <a:r>
            <a:rPr lang="en-IN" b="1" dirty="0">
              <a:solidFill>
                <a:srgbClr val="7030A0"/>
              </a:solidFill>
            </a:rPr>
            <a:t>Audio problems &amp; Connectivity issues </a:t>
          </a:r>
        </a:p>
      </dgm:t>
    </dgm:pt>
    <dgm:pt modelId="{6FF86AD2-9A3F-4806-BA64-80BB91F02DED}" type="parTrans" cxnId="{C9191685-2FB3-4D48-B4B8-5337F4795D7C}">
      <dgm:prSet/>
      <dgm:spPr/>
      <dgm:t>
        <a:bodyPr/>
        <a:lstStyle/>
        <a:p>
          <a:endParaRPr lang="en-IN"/>
        </a:p>
      </dgm:t>
    </dgm:pt>
    <dgm:pt modelId="{35B56F9E-D4D6-41B7-94EE-A4E8D69611A8}" type="sibTrans" cxnId="{C9191685-2FB3-4D48-B4B8-5337F4795D7C}">
      <dgm:prSet/>
      <dgm:spPr>
        <a:solidFill>
          <a:srgbClr val="CCCCFF"/>
        </a:solidFill>
        <a:ln>
          <a:solidFill>
            <a:srgbClr val="7030A0"/>
          </a:solidFill>
        </a:ln>
      </dgm:spPr>
      <dgm:t>
        <a:bodyPr/>
        <a:lstStyle/>
        <a:p>
          <a:endParaRPr lang="en-IN">
            <a:solidFill>
              <a:srgbClr val="7030A0"/>
            </a:solidFill>
          </a:endParaRPr>
        </a:p>
      </dgm:t>
    </dgm:pt>
    <dgm:pt modelId="{DD1F0CF3-CF22-4450-97A1-B3AC69E96291}">
      <dgm:prSet/>
      <dgm:spPr>
        <a:solidFill>
          <a:srgbClr val="CCCCFF"/>
        </a:solidFill>
        <a:ln>
          <a:solidFill>
            <a:srgbClr val="7030A0"/>
          </a:solidFill>
        </a:ln>
      </dgm:spPr>
      <dgm:t>
        <a:bodyPr/>
        <a:lstStyle/>
        <a:p>
          <a:r>
            <a:rPr lang="en-IN" b="1" dirty="0">
              <a:solidFill>
                <a:srgbClr val="7030A0"/>
              </a:solidFill>
            </a:rPr>
            <a:t>Settings-related problems</a:t>
          </a:r>
        </a:p>
      </dgm:t>
    </dgm:pt>
    <dgm:pt modelId="{FBC2E7D2-CAE1-4FE6-9684-C5049CE16C8E}" type="parTrans" cxnId="{D59C77A5-C852-4481-8188-85FEE6CC31D4}">
      <dgm:prSet/>
      <dgm:spPr/>
      <dgm:t>
        <a:bodyPr/>
        <a:lstStyle/>
        <a:p>
          <a:endParaRPr lang="en-IN"/>
        </a:p>
      </dgm:t>
    </dgm:pt>
    <dgm:pt modelId="{0D37ED59-B439-484B-BF57-C8FB70DBE5BE}" type="sibTrans" cxnId="{D59C77A5-C852-4481-8188-85FEE6CC31D4}">
      <dgm:prSet/>
      <dgm:spPr>
        <a:solidFill>
          <a:srgbClr val="CCCCFF"/>
        </a:solidFill>
        <a:ln>
          <a:solidFill>
            <a:srgbClr val="7030A0"/>
          </a:solidFill>
        </a:ln>
      </dgm:spPr>
      <dgm:t>
        <a:bodyPr/>
        <a:lstStyle/>
        <a:p>
          <a:endParaRPr lang="en-IN">
            <a:solidFill>
              <a:srgbClr val="7030A0"/>
            </a:solidFill>
          </a:endParaRPr>
        </a:p>
      </dgm:t>
    </dgm:pt>
    <dgm:pt modelId="{21D89B09-6800-47EA-93AF-D9F473B36219}">
      <dgm:prSet/>
      <dgm:spPr>
        <a:solidFill>
          <a:srgbClr val="CCCCFF"/>
        </a:solidFill>
        <a:ln>
          <a:solidFill>
            <a:srgbClr val="7030A0"/>
          </a:solidFill>
        </a:ln>
      </dgm:spPr>
      <dgm:t>
        <a:bodyPr/>
        <a:lstStyle/>
        <a:p>
          <a:r>
            <a:rPr lang="en-IN" b="1" dirty="0">
              <a:solidFill>
                <a:srgbClr val="7030A0"/>
              </a:solidFill>
            </a:rPr>
            <a:t>General device troubleshooting</a:t>
          </a:r>
        </a:p>
      </dgm:t>
    </dgm:pt>
    <dgm:pt modelId="{43D82120-C049-4CA7-A7D8-CEEBAD6E571C}" type="parTrans" cxnId="{868CC805-79E8-410D-995A-4BC21161CEBE}">
      <dgm:prSet/>
      <dgm:spPr/>
      <dgm:t>
        <a:bodyPr/>
        <a:lstStyle/>
        <a:p>
          <a:endParaRPr lang="en-IN"/>
        </a:p>
      </dgm:t>
    </dgm:pt>
    <dgm:pt modelId="{B41286AA-43FE-48A8-B4D7-FFE4E0906EB3}" type="sibTrans" cxnId="{868CC805-79E8-410D-995A-4BC21161CEBE}">
      <dgm:prSet/>
      <dgm:spPr/>
      <dgm:t>
        <a:bodyPr/>
        <a:lstStyle/>
        <a:p>
          <a:endParaRPr lang="en-IN"/>
        </a:p>
      </dgm:t>
    </dgm:pt>
    <dgm:pt modelId="{8312A9F7-D228-4818-959A-08EB44CC5C6C}">
      <dgm:prSet/>
      <dgm:spPr>
        <a:solidFill>
          <a:srgbClr val="CCCCFF"/>
        </a:solidFill>
        <a:ln>
          <a:solidFill>
            <a:srgbClr val="7030A0"/>
          </a:solidFill>
        </a:ln>
      </dgm:spPr>
      <dgm:t>
        <a:bodyPr/>
        <a:lstStyle/>
        <a:p>
          <a:r>
            <a:rPr lang="en-IN" b="1" dirty="0">
              <a:solidFill>
                <a:srgbClr val="7030A0"/>
              </a:solidFill>
            </a:rPr>
            <a:t>Battery and charging issues </a:t>
          </a:r>
        </a:p>
      </dgm:t>
    </dgm:pt>
    <dgm:pt modelId="{7F29EE24-F5F5-4014-A853-73E3E7FC6E2E}" type="parTrans" cxnId="{3097E077-0E10-41D2-BD85-8575737BF04C}">
      <dgm:prSet/>
      <dgm:spPr/>
      <dgm:t>
        <a:bodyPr/>
        <a:lstStyle/>
        <a:p>
          <a:endParaRPr lang="en-IN"/>
        </a:p>
      </dgm:t>
    </dgm:pt>
    <dgm:pt modelId="{8323986A-8C51-43FA-8C5F-BBC12E1FF1BB}" type="sibTrans" cxnId="{3097E077-0E10-41D2-BD85-8575737BF04C}">
      <dgm:prSet/>
      <dgm:spPr>
        <a:solidFill>
          <a:srgbClr val="CCCCFF"/>
        </a:solidFill>
        <a:ln>
          <a:solidFill>
            <a:srgbClr val="7030A0"/>
          </a:solidFill>
        </a:ln>
      </dgm:spPr>
      <dgm:t>
        <a:bodyPr/>
        <a:lstStyle/>
        <a:p>
          <a:endParaRPr lang="en-IN">
            <a:solidFill>
              <a:srgbClr val="7030A0"/>
            </a:solidFill>
          </a:endParaRPr>
        </a:p>
      </dgm:t>
    </dgm:pt>
    <dgm:pt modelId="{CDC97DCA-0353-4B0F-98E2-79753CF95803}" type="pres">
      <dgm:prSet presAssocID="{8B3CE95E-363C-4E6D-A177-0D326DD15BC9}" presName="Name0" presStyleCnt="0">
        <dgm:presLayoutVars>
          <dgm:dir/>
          <dgm:resizeHandles val="exact"/>
        </dgm:presLayoutVars>
      </dgm:prSet>
      <dgm:spPr/>
    </dgm:pt>
    <dgm:pt modelId="{6772BE22-69C2-4C1C-B94B-498EB75DB367}" type="pres">
      <dgm:prSet presAssocID="{4F456737-7B4E-4D26-A558-0E6440331AA3}" presName="node" presStyleLbl="node1" presStyleIdx="0" presStyleCnt="6">
        <dgm:presLayoutVars>
          <dgm:bulletEnabled val="1"/>
        </dgm:presLayoutVars>
      </dgm:prSet>
      <dgm:spPr/>
    </dgm:pt>
    <dgm:pt modelId="{E4769E3E-FD27-40AE-B75F-47C7E5B86676}" type="pres">
      <dgm:prSet presAssocID="{C8DC7BA7-6DFD-4D20-AAB1-B0AAC72C4A36}" presName="sibTrans" presStyleLbl="sibTrans1D1" presStyleIdx="0" presStyleCnt="5"/>
      <dgm:spPr/>
    </dgm:pt>
    <dgm:pt modelId="{95CD5D3F-7FBC-4AD5-B166-59C2142EA63E}" type="pres">
      <dgm:prSet presAssocID="{C8DC7BA7-6DFD-4D20-AAB1-B0AAC72C4A36}" presName="connectorText" presStyleLbl="sibTrans1D1" presStyleIdx="0" presStyleCnt="5"/>
      <dgm:spPr/>
    </dgm:pt>
    <dgm:pt modelId="{B59CD7C3-88D5-4D43-A6BE-E03ED0BE1E19}" type="pres">
      <dgm:prSet presAssocID="{19127B50-8D13-437C-872D-4DD636FFA894}" presName="node" presStyleLbl="node1" presStyleIdx="1" presStyleCnt="6">
        <dgm:presLayoutVars>
          <dgm:bulletEnabled val="1"/>
        </dgm:presLayoutVars>
      </dgm:prSet>
      <dgm:spPr/>
    </dgm:pt>
    <dgm:pt modelId="{39B2516F-1F17-4E1A-B7DB-937B62CB6204}" type="pres">
      <dgm:prSet presAssocID="{E0FBA762-7BAA-4029-93FF-9455A6BB7035}" presName="sibTrans" presStyleLbl="sibTrans1D1" presStyleIdx="1" presStyleCnt="5"/>
      <dgm:spPr/>
    </dgm:pt>
    <dgm:pt modelId="{09578D8F-E64F-468A-A5D2-4AC94A466911}" type="pres">
      <dgm:prSet presAssocID="{E0FBA762-7BAA-4029-93FF-9455A6BB7035}" presName="connectorText" presStyleLbl="sibTrans1D1" presStyleIdx="1" presStyleCnt="5"/>
      <dgm:spPr/>
    </dgm:pt>
    <dgm:pt modelId="{134594F7-69C5-41E3-87C6-8FD1C0C33572}" type="pres">
      <dgm:prSet presAssocID="{8312A9F7-D228-4818-959A-08EB44CC5C6C}" presName="node" presStyleLbl="node1" presStyleIdx="2" presStyleCnt="6">
        <dgm:presLayoutVars>
          <dgm:bulletEnabled val="1"/>
        </dgm:presLayoutVars>
      </dgm:prSet>
      <dgm:spPr/>
    </dgm:pt>
    <dgm:pt modelId="{95DE18C6-C77E-465E-8864-DE5654DB8C1B}" type="pres">
      <dgm:prSet presAssocID="{8323986A-8C51-43FA-8C5F-BBC12E1FF1BB}" presName="sibTrans" presStyleLbl="sibTrans1D1" presStyleIdx="2" presStyleCnt="5"/>
      <dgm:spPr/>
    </dgm:pt>
    <dgm:pt modelId="{27ACB8A6-A021-4E44-92D0-22E18EC66622}" type="pres">
      <dgm:prSet presAssocID="{8323986A-8C51-43FA-8C5F-BBC12E1FF1BB}" presName="connectorText" presStyleLbl="sibTrans1D1" presStyleIdx="2" presStyleCnt="5"/>
      <dgm:spPr/>
    </dgm:pt>
    <dgm:pt modelId="{105B9B20-3C06-4DE5-AC56-48F5DC97CBBE}" type="pres">
      <dgm:prSet presAssocID="{CA295A12-D8B4-4754-A606-BEF755EA7D64}" presName="node" presStyleLbl="node1" presStyleIdx="3" presStyleCnt="6">
        <dgm:presLayoutVars>
          <dgm:bulletEnabled val="1"/>
        </dgm:presLayoutVars>
      </dgm:prSet>
      <dgm:spPr/>
    </dgm:pt>
    <dgm:pt modelId="{D19917E4-9021-4D8D-9A01-67A585077227}" type="pres">
      <dgm:prSet presAssocID="{35B56F9E-D4D6-41B7-94EE-A4E8D69611A8}" presName="sibTrans" presStyleLbl="sibTrans1D1" presStyleIdx="3" presStyleCnt="5"/>
      <dgm:spPr/>
    </dgm:pt>
    <dgm:pt modelId="{DEA254B7-1978-4DC6-BFC6-93E5B29A8E32}" type="pres">
      <dgm:prSet presAssocID="{35B56F9E-D4D6-41B7-94EE-A4E8D69611A8}" presName="connectorText" presStyleLbl="sibTrans1D1" presStyleIdx="3" presStyleCnt="5"/>
      <dgm:spPr/>
    </dgm:pt>
    <dgm:pt modelId="{DED4667A-BEBE-44E1-B01D-6679EEFD9F15}" type="pres">
      <dgm:prSet presAssocID="{DD1F0CF3-CF22-4450-97A1-B3AC69E96291}" presName="node" presStyleLbl="node1" presStyleIdx="4" presStyleCnt="6">
        <dgm:presLayoutVars>
          <dgm:bulletEnabled val="1"/>
        </dgm:presLayoutVars>
      </dgm:prSet>
      <dgm:spPr/>
    </dgm:pt>
    <dgm:pt modelId="{2FC7F78E-26BA-4909-9D82-9532467397C0}" type="pres">
      <dgm:prSet presAssocID="{0D37ED59-B439-484B-BF57-C8FB70DBE5BE}" presName="sibTrans" presStyleLbl="sibTrans1D1" presStyleIdx="4" presStyleCnt="5"/>
      <dgm:spPr/>
    </dgm:pt>
    <dgm:pt modelId="{54AD979D-D603-4FD6-9A55-6B97BA7C2AD9}" type="pres">
      <dgm:prSet presAssocID="{0D37ED59-B439-484B-BF57-C8FB70DBE5BE}" presName="connectorText" presStyleLbl="sibTrans1D1" presStyleIdx="4" presStyleCnt="5"/>
      <dgm:spPr/>
    </dgm:pt>
    <dgm:pt modelId="{DE879262-5735-4AD1-BC71-D5D1CD131840}" type="pres">
      <dgm:prSet presAssocID="{21D89B09-6800-47EA-93AF-D9F473B36219}" presName="node" presStyleLbl="node1" presStyleIdx="5" presStyleCnt="6">
        <dgm:presLayoutVars>
          <dgm:bulletEnabled val="1"/>
        </dgm:presLayoutVars>
      </dgm:prSet>
      <dgm:spPr/>
    </dgm:pt>
  </dgm:ptLst>
  <dgm:cxnLst>
    <dgm:cxn modelId="{868CC805-79E8-410D-995A-4BC21161CEBE}" srcId="{8B3CE95E-363C-4E6D-A177-0D326DD15BC9}" destId="{21D89B09-6800-47EA-93AF-D9F473B36219}" srcOrd="5" destOrd="0" parTransId="{43D82120-C049-4CA7-A7D8-CEEBAD6E571C}" sibTransId="{B41286AA-43FE-48A8-B4D7-FFE4E0906EB3}"/>
    <dgm:cxn modelId="{A7A53E07-9DCA-4E52-AF1D-8B3285A5653D}" type="presOf" srcId="{DD1F0CF3-CF22-4450-97A1-B3AC69E96291}" destId="{DED4667A-BEBE-44E1-B01D-6679EEFD9F15}" srcOrd="0" destOrd="0" presId="urn:microsoft.com/office/officeart/2005/8/layout/bProcess3"/>
    <dgm:cxn modelId="{F0BB4109-1B61-4CDE-B924-67C1078E5419}" type="presOf" srcId="{C8DC7BA7-6DFD-4D20-AAB1-B0AAC72C4A36}" destId="{E4769E3E-FD27-40AE-B75F-47C7E5B86676}" srcOrd="0" destOrd="0" presId="urn:microsoft.com/office/officeart/2005/8/layout/bProcess3"/>
    <dgm:cxn modelId="{9DBB3D1D-13B1-4E35-B3DF-B37C9C1D2D37}" srcId="{8B3CE95E-363C-4E6D-A177-0D326DD15BC9}" destId="{4F456737-7B4E-4D26-A558-0E6440331AA3}" srcOrd="0" destOrd="0" parTransId="{5574AFF3-1ADC-4DB4-824C-709E3C4A53A6}" sibTransId="{C8DC7BA7-6DFD-4D20-AAB1-B0AAC72C4A36}"/>
    <dgm:cxn modelId="{F27CFA2E-3FA7-43C1-A475-704ADA649357}" type="presOf" srcId="{19127B50-8D13-437C-872D-4DD636FFA894}" destId="{B59CD7C3-88D5-4D43-A6BE-E03ED0BE1E19}" srcOrd="0" destOrd="0" presId="urn:microsoft.com/office/officeart/2005/8/layout/bProcess3"/>
    <dgm:cxn modelId="{A3485930-DD4E-4966-BF33-D3B83CFE70C3}" type="presOf" srcId="{35B56F9E-D4D6-41B7-94EE-A4E8D69611A8}" destId="{DEA254B7-1978-4DC6-BFC6-93E5B29A8E32}" srcOrd="1" destOrd="0" presId="urn:microsoft.com/office/officeart/2005/8/layout/bProcess3"/>
    <dgm:cxn modelId="{0EECFB30-8571-411B-97AD-654A0B21565D}" type="presOf" srcId="{C8DC7BA7-6DFD-4D20-AAB1-B0AAC72C4A36}" destId="{95CD5D3F-7FBC-4AD5-B166-59C2142EA63E}" srcOrd="1" destOrd="0" presId="urn:microsoft.com/office/officeart/2005/8/layout/bProcess3"/>
    <dgm:cxn modelId="{8096D33E-0408-4716-B0E7-022056614369}" type="presOf" srcId="{8312A9F7-D228-4818-959A-08EB44CC5C6C}" destId="{134594F7-69C5-41E3-87C6-8FD1C0C33572}" srcOrd="0" destOrd="0" presId="urn:microsoft.com/office/officeart/2005/8/layout/bProcess3"/>
    <dgm:cxn modelId="{A3A94760-282E-44F2-995B-798FC1B551BD}" type="presOf" srcId="{35B56F9E-D4D6-41B7-94EE-A4E8D69611A8}" destId="{D19917E4-9021-4D8D-9A01-67A585077227}" srcOrd="0" destOrd="0" presId="urn:microsoft.com/office/officeart/2005/8/layout/bProcess3"/>
    <dgm:cxn modelId="{0FECCA44-CF1D-47DD-89AB-260561933D97}" type="presOf" srcId="{E0FBA762-7BAA-4029-93FF-9455A6BB7035}" destId="{39B2516F-1F17-4E1A-B7DB-937B62CB6204}" srcOrd="0" destOrd="0" presId="urn:microsoft.com/office/officeart/2005/8/layout/bProcess3"/>
    <dgm:cxn modelId="{D5C3BC66-23DA-44DA-985B-B43290A865C5}" type="presOf" srcId="{4F456737-7B4E-4D26-A558-0E6440331AA3}" destId="{6772BE22-69C2-4C1C-B94B-498EB75DB367}" srcOrd="0" destOrd="0" presId="urn:microsoft.com/office/officeart/2005/8/layout/bProcess3"/>
    <dgm:cxn modelId="{80194C6A-F05B-4A5B-8945-4DB85C6AFF27}" type="presOf" srcId="{CA295A12-D8B4-4754-A606-BEF755EA7D64}" destId="{105B9B20-3C06-4DE5-AC56-48F5DC97CBBE}" srcOrd="0" destOrd="0" presId="urn:microsoft.com/office/officeart/2005/8/layout/bProcess3"/>
    <dgm:cxn modelId="{F52AB86B-BD9D-47BA-8ECC-2630CDE134D6}" srcId="{8B3CE95E-363C-4E6D-A177-0D326DD15BC9}" destId="{19127B50-8D13-437C-872D-4DD636FFA894}" srcOrd="1" destOrd="0" parTransId="{E3773F84-A942-4E6E-8EF6-34B82497A130}" sibTransId="{E0FBA762-7BAA-4029-93FF-9455A6BB7035}"/>
    <dgm:cxn modelId="{B6C1C76D-A9C1-45A3-A96C-5C289C0C9A43}" type="presOf" srcId="{21D89B09-6800-47EA-93AF-D9F473B36219}" destId="{DE879262-5735-4AD1-BC71-D5D1CD131840}" srcOrd="0" destOrd="0" presId="urn:microsoft.com/office/officeart/2005/8/layout/bProcess3"/>
    <dgm:cxn modelId="{3097E077-0E10-41D2-BD85-8575737BF04C}" srcId="{8B3CE95E-363C-4E6D-A177-0D326DD15BC9}" destId="{8312A9F7-D228-4818-959A-08EB44CC5C6C}" srcOrd="2" destOrd="0" parTransId="{7F29EE24-F5F5-4014-A853-73E3E7FC6E2E}" sibTransId="{8323986A-8C51-43FA-8C5F-BBC12E1FF1BB}"/>
    <dgm:cxn modelId="{1ABBD27D-4882-4195-A5C7-E619B992918E}" type="presOf" srcId="{0D37ED59-B439-484B-BF57-C8FB70DBE5BE}" destId="{2FC7F78E-26BA-4909-9D82-9532467397C0}" srcOrd="0" destOrd="0" presId="urn:microsoft.com/office/officeart/2005/8/layout/bProcess3"/>
    <dgm:cxn modelId="{C9191685-2FB3-4D48-B4B8-5337F4795D7C}" srcId="{8B3CE95E-363C-4E6D-A177-0D326DD15BC9}" destId="{CA295A12-D8B4-4754-A606-BEF755EA7D64}" srcOrd="3" destOrd="0" parTransId="{6FF86AD2-9A3F-4806-BA64-80BB91F02DED}" sibTransId="{35B56F9E-D4D6-41B7-94EE-A4E8D69611A8}"/>
    <dgm:cxn modelId="{D59C77A5-C852-4481-8188-85FEE6CC31D4}" srcId="{8B3CE95E-363C-4E6D-A177-0D326DD15BC9}" destId="{DD1F0CF3-CF22-4450-97A1-B3AC69E96291}" srcOrd="4" destOrd="0" parTransId="{FBC2E7D2-CAE1-4FE6-9684-C5049CE16C8E}" sibTransId="{0D37ED59-B439-484B-BF57-C8FB70DBE5BE}"/>
    <dgm:cxn modelId="{58C2F8B8-8396-4A69-923A-555E3D5EF187}" type="presOf" srcId="{8B3CE95E-363C-4E6D-A177-0D326DD15BC9}" destId="{CDC97DCA-0353-4B0F-98E2-79753CF95803}" srcOrd="0" destOrd="0" presId="urn:microsoft.com/office/officeart/2005/8/layout/bProcess3"/>
    <dgm:cxn modelId="{60CE44B9-D851-430B-AFAD-56F52B580D4F}" type="presOf" srcId="{8323986A-8C51-43FA-8C5F-BBC12E1FF1BB}" destId="{27ACB8A6-A021-4E44-92D0-22E18EC66622}" srcOrd="1" destOrd="0" presId="urn:microsoft.com/office/officeart/2005/8/layout/bProcess3"/>
    <dgm:cxn modelId="{BD0293D8-6B4B-42AD-A3EC-E995C37F22D5}" type="presOf" srcId="{0D37ED59-B439-484B-BF57-C8FB70DBE5BE}" destId="{54AD979D-D603-4FD6-9A55-6B97BA7C2AD9}" srcOrd="1" destOrd="0" presId="urn:microsoft.com/office/officeart/2005/8/layout/bProcess3"/>
    <dgm:cxn modelId="{40588EE2-9B97-479E-A1B0-A91ED5AAF733}" type="presOf" srcId="{8323986A-8C51-43FA-8C5F-BBC12E1FF1BB}" destId="{95DE18C6-C77E-465E-8864-DE5654DB8C1B}" srcOrd="0" destOrd="0" presId="urn:microsoft.com/office/officeart/2005/8/layout/bProcess3"/>
    <dgm:cxn modelId="{ED029AEE-1079-4B63-A051-B40B56240C87}" type="presOf" srcId="{E0FBA762-7BAA-4029-93FF-9455A6BB7035}" destId="{09578D8F-E64F-468A-A5D2-4AC94A466911}" srcOrd="1" destOrd="0" presId="urn:microsoft.com/office/officeart/2005/8/layout/bProcess3"/>
    <dgm:cxn modelId="{7C9B11E5-FFF5-4E9B-B841-C7C995DF3D20}" type="presParOf" srcId="{CDC97DCA-0353-4B0F-98E2-79753CF95803}" destId="{6772BE22-69C2-4C1C-B94B-498EB75DB367}" srcOrd="0" destOrd="0" presId="urn:microsoft.com/office/officeart/2005/8/layout/bProcess3"/>
    <dgm:cxn modelId="{C4EC2362-AA31-4742-B7E2-A3A52804ED82}" type="presParOf" srcId="{CDC97DCA-0353-4B0F-98E2-79753CF95803}" destId="{E4769E3E-FD27-40AE-B75F-47C7E5B86676}" srcOrd="1" destOrd="0" presId="urn:microsoft.com/office/officeart/2005/8/layout/bProcess3"/>
    <dgm:cxn modelId="{073A1469-AF4D-4E19-AB29-A44E8324C16F}" type="presParOf" srcId="{E4769E3E-FD27-40AE-B75F-47C7E5B86676}" destId="{95CD5D3F-7FBC-4AD5-B166-59C2142EA63E}" srcOrd="0" destOrd="0" presId="urn:microsoft.com/office/officeart/2005/8/layout/bProcess3"/>
    <dgm:cxn modelId="{64B64616-794F-4171-8521-0F7F35B45230}" type="presParOf" srcId="{CDC97DCA-0353-4B0F-98E2-79753CF95803}" destId="{B59CD7C3-88D5-4D43-A6BE-E03ED0BE1E19}" srcOrd="2" destOrd="0" presId="urn:microsoft.com/office/officeart/2005/8/layout/bProcess3"/>
    <dgm:cxn modelId="{A3F9D06A-FCAC-4264-B6FF-CE92D4F94CA3}" type="presParOf" srcId="{CDC97DCA-0353-4B0F-98E2-79753CF95803}" destId="{39B2516F-1F17-4E1A-B7DB-937B62CB6204}" srcOrd="3" destOrd="0" presId="urn:microsoft.com/office/officeart/2005/8/layout/bProcess3"/>
    <dgm:cxn modelId="{F342B203-979B-4633-81A3-29A635B85F73}" type="presParOf" srcId="{39B2516F-1F17-4E1A-B7DB-937B62CB6204}" destId="{09578D8F-E64F-468A-A5D2-4AC94A466911}" srcOrd="0" destOrd="0" presId="urn:microsoft.com/office/officeart/2005/8/layout/bProcess3"/>
    <dgm:cxn modelId="{9418884F-534F-4180-965B-2E0BFBCC571F}" type="presParOf" srcId="{CDC97DCA-0353-4B0F-98E2-79753CF95803}" destId="{134594F7-69C5-41E3-87C6-8FD1C0C33572}" srcOrd="4" destOrd="0" presId="urn:microsoft.com/office/officeart/2005/8/layout/bProcess3"/>
    <dgm:cxn modelId="{6A3B5B5C-8160-4825-AC43-2E101688512B}" type="presParOf" srcId="{CDC97DCA-0353-4B0F-98E2-79753CF95803}" destId="{95DE18C6-C77E-465E-8864-DE5654DB8C1B}" srcOrd="5" destOrd="0" presId="urn:microsoft.com/office/officeart/2005/8/layout/bProcess3"/>
    <dgm:cxn modelId="{2C61CA57-6EF1-4724-928E-36329D89F68A}" type="presParOf" srcId="{95DE18C6-C77E-465E-8864-DE5654DB8C1B}" destId="{27ACB8A6-A021-4E44-92D0-22E18EC66622}" srcOrd="0" destOrd="0" presId="urn:microsoft.com/office/officeart/2005/8/layout/bProcess3"/>
    <dgm:cxn modelId="{87CDE94A-096B-488F-A1AE-139255C02880}" type="presParOf" srcId="{CDC97DCA-0353-4B0F-98E2-79753CF95803}" destId="{105B9B20-3C06-4DE5-AC56-48F5DC97CBBE}" srcOrd="6" destOrd="0" presId="urn:microsoft.com/office/officeart/2005/8/layout/bProcess3"/>
    <dgm:cxn modelId="{3720DEE7-172D-4C09-882B-F039DF99A8D3}" type="presParOf" srcId="{CDC97DCA-0353-4B0F-98E2-79753CF95803}" destId="{D19917E4-9021-4D8D-9A01-67A585077227}" srcOrd="7" destOrd="0" presId="urn:microsoft.com/office/officeart/2005/8/layout/bProcess3"/>
    <dgm:cxn modelId="{187BB85B-E1E0-4ED7-BDCE-EE529FC3BC3C}" type="presParOf" srcId="{D19917E4-9021-4D8D-9A01-67A585077227}" destId="{DEA254B7-1978-4DC6-BFC6-93E5B29A8E32}" srcOrd="0" destOrd="0" presId="urn:microsoft.com/office/officeart/2005/8/layout/bProcess3"/>
    <dgm:cxn modelId="{E0DB7EC3-C817-4664-9BD8-B11C8728867F}" type="presParOf" srcId="{CDC97DCA-0353-4B0F-98E2-79753CF95803}" destId="{DED4667A-BEBE-44E1-B01D-6679EEFD9F15}" srcOrd="8" destOrd="0" presId="urn:microsoft.com/office/officeart/2005/8/layout/bProcess3"/>
    <dgm:cxn modelId="{7F6DC489-3D4A-41F9-9DDD-AFBE598BAD97}" type="presParOf" srcId="{CDC97DCA-0353-4B0F-98E2-79753CF95803}" destId="{2FC7F78E-26BA-4909-9D82-9532467397C0}" srcOrd="9" destOrd="0" presId="urn:microsoft.com/office/officeart/2005/8/layout/bProcess3"/>
    <dgm:cxn modelId="{3F278481-1DBC-48A6-A886-F4475E65D628}" type="presParOf" srcId="{2FC7F78E-26BA-4909-9D82-9532467397C0}" destId="{54AD979D-D603-4FD6-9A55-6B97BA7C2AD9}" srcOrd="0" destOrd="0" presId="urn:microsoft.com/office/officeart/2005/8/layout/bProcess3"/>
    <dgm:cxn modelId="{B063DE7E-C183-4061-B363-B2B6F9668A59}" type="presParOf" srcId="{CDC97DCA-0353-4B0F-98E2-79753CF95803}" destId="{DE879262-5735-4AD1-BC71-D5D1CD131840}" srcOrd="10" destOrd="0" presId="urn:microsoft.com/office/officeart/2005/8/layout/bProcess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67EAD09-9D1B-4BC4-9D7A-8FF2506F4492}" type="doc">
      <dgm:prSet loTypeId="urn:microsoft.com/office/officeart/2005/8/layout/hProcess4" loCatId="process" qsTypeId="urn:microsoft.com/office/officeart/2005/8/quickstyle/simple5" qsCatId="simple" csTypeId="urn:microsoft.com/office/officeart/2005/8/colors/accent1_2" csCatId="accent1" phldr="1"/>
      <dgm:spPr/>
      <dgm:t>
        <a:bodyPr/>
        <a:lstStyle/>
        <a:p>
          <a:endParaRPr lang="en-IN"/>
        </a:p>
      </dgm:t>
    </dgm:pt>
    <dgm:pt modelId="{5833DC10-907D-40F8-89CA-4B70B6FF7EEF}">
      <dgm:prSet/>
      <dgm:spPr>
        <a:solidFill>
          <a:srgbClr val="7030A0"/>
        </a:solidFill>
      </dgm:spPr>
      <dgm:t>
        <a:bodyPr/>
        <a:lstStyle/>
        <a:p>
          <a:r>
            <a:rPr lang="en-IN" b="1"/>
            <a:t>Expected Impact</a:t>
          </a:r>
          <a:endParaRPr lang="en-IN"/>
        </a:p>
      </dgm:t>
    </dgm:pt>
    <dgm:pt modelId="{37274082-2E26-4F83-8276-2DDD5709EB5F}" type="parTrans" cxnId="{96EACE05-F40D-45AA-BFB2-B9CE8376BB4D}">
      <dgm:prSet/>
      <dgm:spPr/>
      <dgm:t>
        <a:bodyPr/>
        <a:lstStyle/>
        <a:p>
          <a:endParaRPr lang="en-IN"/>
        </a:p>
      </dgm:t>
    </dgm:pt>
    <dgm:pt modelId="{730E8FF2-DC1E-4429-93D3-F2955A6C19E5}" type="sibTrans" cxnId="{96EACE05-F40D-45AA-BFB2-B9CE8376BB4D}">
      <dgm:prSet/>
      <dgm:spPr>
        <a:solidFill>
          <a:srgbClr val="CCCCFF"/>
        </a:solidFill>
      </dgm:spPr>
      <dgm:t>
        <a:bodyPr/>
        <a:lstStyle/>
        <a:p>
          <a:endParaRPr lang="en-IN"/>
        </a:p>
      </dgm:t>
    </dgm:pt>
    <dgm:pt modelId="{75363E40-E2D2-4423-8F70-CEB1F7D8C421}">
      <dgm:prSet/>
      <dgm:spPr>
        <a:solidFill>
          <a:srgbClr val="7030A0"/>
        </a:solidFill>
      </dgm:spPr>
      <dgm:t>
        <a:bodyPr/>
        <a:lstStyle/>
        <a:p>
          <a:r>
            <a:rPr lang="en-IN" b="1" dirty="0"/>
            <a:t>Customer</a:t>
          </a:r>
          <a:endParaRPr lang="en-IN" dirty="0"/>
        </a:p>
      </dgm:t>
    </dgm:pt>
    <dgm:pt modelId="{FBAF65AE-A514-4AC4-A57D-DFB0DB5003ED}" type="parTrans" cxnId="{E0E61A0A-EDBF-4FB8-A217-EAD252E68787}">
      <dgm:prSet/>
      <dgm:spPr/>
      <dgm:t>
        <a:bodyPr/>
        <a:lstStyle/>
        <a:p>
          <a:endParaRPr lang="en-IN"/>
        </a:p>
      </dgm:t>
    </dgm:pt>
    <dgm:pt modelId="{27761F3F-D535-497B-BB14-DC6040F67708}" type="sibTrans" cxnId="{E0E61A0A-EDBF-4FB8-A217-EAD252E68787}">
      <dgm:prSet/>
      <dgm:spPr>
        <a:solidFill>
          <a:srgbClr val="CCCCFF"/>
        </a:solidFill>
      </dgm:spPr>
      <dgm:t>
        <a:bodyPr/>
        <a:lstStyle/>
        <a:p>
          <a:endParaRPr lang="en-IN"/>
        </a:p>
      </dgm:t>
    </dgm:pt>
    <dgm:pt modelId="{7932AB68-9F2E-4113-B7AA-D743E787FCD7}">
      <dgm:prSet/>
      <dgm:spPr>
        <a:solidFill>
          <a:srgbClr val="7030A0"/>
        </a:solidFill>
      </dgm:spPr>
      <dgm:t>
        <a:bodyPr/>
        <a:lstStyle/>
        <a:p>
          <a:r>
            <a:rPr lang="en-IN" b="1" dirty="0"/>
            <a:t>Agent</a:t>
          </a:r>
          <a:endParaRPr lang="en-IN" dirty="0"/>
        </a:p>
      </dgm:t>
    </dgm:pt>
    <dgm:pt modelId="{89EB8F69-E384-4CB4-86CD-82CFA0D5C2D7}" type="parTrans" cxnId="{DC8CFCFB-511E-4DE7-9ED8-67BC945A185A}">
      <dgm:prSet/>
      <dgm:spPr/>
      <dgm:t>
        <a:bodyPr/>
        <a:lstStyle/>
        <a:p>
          <a:endParaRPr lang="en-IN"/>
        </a:p>
      </dgm:t>
    </dgm:pt>
    <dgm:pt modelId="{21B61D20-CDB7-4876-BA22-43BDBC350605}" type="sibTrans" cxnId="{DC8CFCFB-511E-4DE7-9ED8-67BC945A185A}">
      <dgm:prSet/>
      <dgm:spPr>
        <a:solidFill>
          <a:srgbClr val="CCCCFF"/>
        </a:solidFill>
      </dgm:spPr>
      <dgm:t>
        <a:bodyPr/>
        <a:lstStyle/>
        <a:p>
          <a:endParaRPr lang="en-IN"/>
        </a:p>
      </dgm:t>
    </dgm:pt>
    <dgm:pt modelId="{364A8169-C7E9-4A8B-983E-B0569330C9C3}">
      <dgm:prSet/>
      <dgm:spPr>
        <a:solidFill>
          <a:srgbClr val="704EA6"/>
        </a:solidFill>
        <a:ln>
          <a:solidFill>
            <a:srgbClr val="7030A0"/>
          </a:solidFill>
        </a:ln>
      </dgm:spPr>
      <dgm:t>
        <a:bodyPr/>
        <a:lstStyle/>
        <a:p>
          <a:r>
            <a:rPr lang="en-IN" b="1" dirty="0">
              <a:solidFill>
                <a:schemeClr val="bg1"/>
              </a:solidFill>
            </a:rPr>
            <a:t>Organization</a:t>
          </a:r>
          <a:endParaRPr lang="en-IN" dirty="0">
            <a:solidFill>
              <a:schemeClr val="bg1"/>
            </a:solidFill>
          </a:endParaRPr>
        </a:p>
      </dgm:t>
    </dgm:pt>
    <dgm:pt modelId="{EF4E3472-3179-492A-B86A-9D01376F5EF9}" type="parTrans" cxnId="{4F4859C3-1869-47B7-B07B-A0066D1F0E77}">
      <dgm:prSet/>
      <dgm:spPr/>
      <dgm:t>
        <a:bodyPr/>
        <a:lstStyle/>
        <a:p>
          <a:endParaRPr lang="en-IN"/>
        </a:p>
      </dgm:t>
    </dgm:pt>
    <dgm:pt modelId="{35CD1CA9-3105-41D8-A4F3-3F98092D1A20}" type="sibTrans" cxnId="{4F4859C3-1869-47B7-B07B-A0066D1F0E77}">
      <dgm:prSet/>
      <dgm:spPr/>
      <dgm:t>
        <a:bodyPr/>
        <a:lstStyle/>
        <a:p>
          <a:endParaRPr lang="en-IN"/>
        </a:p>
      </dgm:t>
    </dgm:pt>
    <dgm:pt modelId="{32139DBA-75C3-4DE4-9FBA-B5C59FF31FCF}">
      <dgm:prSet/>
      <dgm:spPr>
        <a:ln>
          <a:solidFill>
            <a:srgbClr val="7030A0"/>
          </a:solidFill>
        </a:ln>
      </dgm:spPr>
      <dgm:t>
        <a:bodyPr/>
        <a:lstStyle/>
        <a:p>
          <a:endParaRPr lang="en-IN" dirty="0"/>
        </a:p>
      </dgm:t>
    </dgm:pt>
    <dgm:pt modelId="{A19563B0-2FFA-4CBF-B852-F3509C2FD853}" type="parTrans" cxnId="{43A37CD2-B42D-4588-9518-7FF836910D4A}">
      <dgm:prSet/>
      <dgm:spPr/>
      <dgm:t>
        <a:bodyPr/>
        <a:lstStyle/>
        <a:p>
          <a:endParaRPr lang="en-IN"/>
        </a:p>
      </dgm:t>
    </dgm:pt>
    <dgm:pt modelId="{C3EAD1BC-0DC5-4829-A068-D49D123E2767}" type="sibTrans" cxnId="{43A37CD2-B42D-4588-9518-7FF836910D4A}">
      <dgm:prSet/>
      <dgm:spPr/>
      <dgm:t>
        <a:bodyPr/>
        <a:lstStyle/>
        <a:p>
          <a:endParaRPr lang="en-IN"/>
        </a:p>
      </dgm:t>
    </dgm:pt>
    <dgm:pt modelId="{03F11F1C-23DD-434D-A785-3188CB85EF22}">
      <dgm:prSet/>
      <dgm:spPr>
        <a:ln>
          <a:solidFill>
            <a:srgbClr val="7030A0"/>
          </a:solidFill>
        </a:ln>
      </dgm:spPr>
      <dgm:t>
        <a:bodyPr/>
        <a:lstStyle/>
        <a:p>
          <a:endParaRPr lang="en-IN" dirty="0"/>
        </a:p>
      </dgm:t>
    </dgm:pt>
    <dgm:pt modelId="{910D2D4E-BD52-4022-A3E4-84F8499A891A}" type="parTrans" cxnId="{681DD79B-CBE0-4A73-926A-100B39F747AD}">
      <dgm:prSet/>
      <dgm:spPr/>
      <dgm:t>
        <a:bodyPr/>
        <a:lstStyle/>
        <a:p>
          <a:endParaRPr lang="en-IN"/>
        </a:p>
      </dgm:t>
    </dgm:pt>
    <dgm:pt modelId="{CBFD9050-6DD7-4523-BBDB-780A10D0E880}" type="sibTrans" cxnId="{681DD79B-CBE0-4A73-926A-100B39F747AD}">
      <dgm:prSet/>
      <dgm:spPr/>
      <dgm:t>
        <a:bodyPr/>
        <a:lstStyle/>
        <a:p>
          <a:endParaRPr lang="en-IN"/>
        </a:p>
      </dgm:t>
    </dgm:pt>
    <dgm:pt modelId="{0FB5DA5A-34F3-4A2B-80BE-1346770CDEEF}">
      <dgm:prSet/>
      <dgm:spPr>
        <a:noFill/>
        <a:ln>
          <a:solidFill>
            <a:srgbClr val="7030A0"/>
          </a:solidFill>
        </a:ln>
      </dgm:spPr>
      <dgm:t>
        <a:bodyPr/>
        <a:lstStyle/>
        <a:p>
          <a:endParaRPr lang="en-IN" dirty="0"/>
        </a:p>
      </dgm:t>
    </dgm:pt>
    <dgm:pt modelId="{D46B705E-3765-421B-9ED5-F39441F0B99E}" type="parTrans" cxnId="{B46A19D1-0009-4C17-A3DB-3303086CED52}">
      <dgm:prSet/>
      <dgm:spPr/>
      <dgm:t>
        <a:bodyPr/>
        <a:lstStyle/>
        <a:p>
          <a:endParaRPr lang="en-IN"/>
        </a:p>
      </dgm:t>
    </dgm:pt>
    <dgm:pt modelId="{77AEFC54-B620-4E1D-BA82-1CED02967B3E}" type="sibTrans" cxnId="{B46A19D1-0009-4C17-A3DB-3303086CED52}">
      <dgm:prSet/>
      <dgm:spPr/>
      <dgm:t>
        <a:bodyPr/>
        <a:lstStyle/>
        <a:p>
          <a:endParaRPr lang="en-IN"/>
        </a:p>
      </dgm:t>
    </dgm:pt>
    <dgm:pt modelId="{6F610B1D-7BEA-4D9C-8073-2832B54ECF2E}">
      <dgm:prSet/>
      <dgm:spPr>
        <a:ln>
          <a:solidFill>
            <a:srgbClr val="7030A0"/>
          </a:solidFill>
        </a:ln>
      </dgm:spPr>
      <dgm:t>
        <a:bodyPr/>
        <a:lstStyle/>
        <a:p>
          <a:r>
            <a:rPr lang="en-IN" dirty="0"/>
            <a:t>Faster access to relevant solutions</a:t>
          </a:r>
        </a:p>
      </dgm:t>
    </dgm:pt>
    <dgm:pt modelId="{CE35A541-DCE9-444B-9033-B75D02588C7E}" type="parTrans" cxnId="{9058F840-2BAB-440A-B3CA-AC71E95068A4}">
      <dgm:prSet/>
      <dgm:spPr/>
      <dgm:t>
        <a:bodyPr/>
        <a:lstStyle/>
        <a:p>
          <a:endParaRPr lang="en-IN"/>
        </a:p>
      </dgm:t>
    </dgm:pt>
    <dgm:pt modelId="{9A44DD40-679F-40A3-A647-E7C748A7502E}" type="sibTrans" cxnId="{9058F840-2BAB-440A-B3CA-AC71E95068A4}">
      <dgm:prSet/>
      <dgm:spPr/>
      <dgm:t>
        <a:bodyPr/>
        <a:lstStyle/>
        <a:p>
          <a:endParaRPr lang="en-IN"/>
        </a:p>
      </dgm:t>
    </dgm:pt>
    <dgm:pt modelId="{F4DA6808-0A6D-4EDA-8578-0A233C9E6EC8}">
      <dgm:prSet/>
      <dgm:spPr>
        <a:noFill/>
        <a:ln>
          <a:solidFill>
            <a:srgbClr val="7030A0"/>
          </a:solidFill>
        </a:ln>
      </dgm:spPr>
      <dgm:t>
        <a:bodyPr/>
        <a:lstStyle/>
        <a:p>
          <a:r>
            <a:rPr lang="en-IN" dirty="0"/>
            <a:t>More consistent and scalable support</a:t>
          </a:r>
        </a:p>
      </dgm:t>
    </dgm:pt>
    <dgm:pt modelId="{F446542B-DABB-462B-BE20-FBA13687D17E}" type="parTrans" cxnId="{2C2117B0-5143-4C3E-9251-F9E41FA5E6BF}">
      <dgm:prSet/>
      <dgm:spPr/>
      <dgm:t>
        <a:bodyPr/>
        <a:lstStyle/>
        <a:p>
          <a:endParaRPr lang="en-IN"/>
        </a:p>
      </dgm:t>
    </dgm:pt>
    <dgm:pt modelId="{D4DA49F4-4C47-4A1F-A7C7-632D9D28ED47}" type="sibTrans" cxnId="{2C2117B0-5143-4C3E-9251-F9E41FA5E6BF}">
      <dgm:prSet/>
      <dgm:spPr/>
      <dgm:t>
        <a:bodyPr/>
        <a:lstStyle/>
        <a:p>
          <a:endParaRPr lang="en-IN"/>
        </a:p>
      </dgm:t>
    </dgm:pt>
    <dgm:pt modelId="{1A4EA5A3-6CB0-4327-A259-CA80B2C1DD5D}">
      <dgm:prSet/>
      <dgm:spPr>
        <a:ln>
          <a:solidFill>
            <a:srgbClr val="7030A0"/>
          </a:solidFill>
        </a:ln>
      </dgm:spPr>
      <dgm:t>
        <a:bodyPr/>
        <a:lstStyle/>
        <a:p>
          <a:r>
            <a:rPr lang="en-IN" dirty="0"/>
            <a:t>Less repetitive documentation lookup</a:t>
          </a:r>
        </a:p>
      </dgm:t>
    </dgm:pt>
    <dgm:pt modelId="{52E98394-EAB1-4D52-B508-191180E67F0E}" type="parTrans" cxnId="{59EFAAA9-CF8D-4B70-97CB-2E6FBF86D1A9}">
      <dgm:prSet/>
      <dgm:spPr/>
      <dgm:t>
        <a:bodyPr/>
        <a:lstStyle/>
        <a:p>
          <a:endParaRPr lang="en-IN"/>
        </a:p>
      </dgm:t>
    </dgm:pt>
    <dgm:pt modelId="{D04D3467-BB55-4438-BA14-95B78725956C}" type="sibTrans" cxnId="{59EFAAA9-CF8D-4B70-97CB-2E6FBF86D1A9}">
      <dgm:prSet/>
      <dgm:spPr/>
      <dgm:t>
        <a:bodyPr/>
        <a:lstStyle/>
        <a:p>
          <a:endParaRPr lang="en-IN"/>
        </a:p>
      </dgm:t>
    </dgm:pt>
    <dgm:pt modelId="{DA70DAE4-BDDB-40D8-8F58-32C5147B4CA5}" type="pres">
      <dgm:prSet presAssocID="{367EAD09-9D1B-4BC4-9D7A-8FF2506F4492}" presName="Name0" presStyleCnt="0">
        <dgm:presLayoutVars>
          <dgm:dir/>
          <dgm:animLvl val="lvl"/>
          <dgm:resizeHandles val="exact"/>
        </dgm:presLayoutVars>
      </dgm:prSet>
      <dgm:spPr/>
    </dgm:pt>
    <dgm:pt modelId="{C3336A9B-5BB1-4EA7-A2B1-C383319753A4}" type="pres">
      <dgm:prSet presAssocID="{367EAD09-9D1B-4BC4-9D7A-8FF2506F4492}" presName="tSp" presStyleCnt="0"/>
      <dgm:spPr/>
    </dgm:pt>
    <dgm:pt modelId="{DB369D57-6D40-4BDC-A1EC-E214938096E4}" type="pres">
      <dgm:prSet presAssocID="{367EAD09-9D1B-4BC4-9D7A-8FF2506F4492}" presName="bSp" presStyleCnt="0"/>
      <dgm:spPr/>
    </dgm:pt>
    <dgm:pt modelId="{A5E3546C-7333-4D0E-AB68-16DDFC991FA9}" type="pres">
      <dgm:prSet presAssocID="{367EAD09-9D1B-4BC4-9D7A-8FF2506F4492}" presName="process" presStyleCnt="0"/>
      <dgm:spPr/>
    </dgm:pt>
    <dgm:pt modelId="{E1BA751F-FE3C-438C-B721-04443DDADB26}" type="pres">
      <dgm:prSet presAssocID="{5833DC10-907D-40F8-89CA-4B70B6FF7EEF}" presName="composite1" presStyleCnt="0"/>
      <dgm:spPr/>
    </dgm:pt>
    <dgm:pt modelId="{D14B76D0-DB63-4078-AF74-A1F58D10831A}" type="pres">
      <dgm:prSet presAssocID="{5833DC10-907D-40F8-89CA-4B70B6FF7EEF}" presName="dummyNode1" presStyleLbl="node1" presStyleIdx="0" presStyleCnt="4"/>
      <dgm:spPr/>
    </dgm:pt>
    <dgm:pt modelId="{0D2B0AAC-E11E-4B1B-819D-A6482EEF6C11}" type="pres">
      <dgm:prSet presAssocID="{5833DC10-907D-40F8-89CA-4B70B6FF7EEF}" presName="childNode1" presStyleLbl="bgAcc1" presStyleIdx="0" presStyleCnt="4">
        <dgm:presLayoutVars>
          <dgm:bulletEnabled val="1"/>
        </dgm:presLayoutVars>
      </dgm:prSet>
      <dgm:spPr>
        <a:noFill/>
        <a:ln>
          <a:solidFill>
            <a:srgbClr val="7030A0"/>
          </a:solidFill>
        </a:ln>
      </dgm:spPr>
    </dgm:pt>
    <dgm:pt modelId="{259FC87B-8A49-4DDC-9EE2-66933D51AAB5}" type="pres">
      <dgm:prSet presAssocID="{5833DC10-907D-40F8-89CA-4B70B6FF7EEF}" presName="childNode1tx" presStyleLbl="bgAcc1" presStyleIdx="0" presStyleCnt="4">
        <dgm:presLayoutVars>
          <dgm:bulletEnabled val="1"/>
        </dgm:presLayoutVars>
      </dgm:prSet>
      <dgm:spPr/>
    </dgm:pt>
    <dgm:pt modelId="{9DCF8EBE-8AEA-4234-A7D8-B2F121A460D1}" type="pres">
      <dgm:prSet presAssocID="{5833DC10-907D-40F8-89CA-4B70B6FF7EEF}" presName="parentNode1" presStyleLbl="node1" presStyleIdx="0" presStyleCnt="4">
        <dgm:presLayoutVars>
          <dgm:chMax val="1"/>
          <dgm:bulletEnabled val="1"/>
        </dgm:presLayoutVars>
      </dgm:prSet>
      <dgm:spPr/>
    </dgm:pt>
    <dgm:pt modelId="{2A49F8BF-CA3D-40C7-9454-8979561DB80F}" type="pres">
      <dgm:prSet presAssocID="{5833DC10-907D-40F8-89CA-4B70B6FF7EEF}" presName="connSite1" presStyleCnt="0"/>
      <dgm:spPr/>
    </dgm:pt>
    <dgm:pt modelId="{3DD0FE89-7A5F-4BC3-BEF9-AB69656516AC}" type="pres">
      <dgm:prSet presAssocID="{730E8FF2-DC1E-4429-93D3-F2955A6C19E5}" presName="Name9" presStyleLbl="sibTrans2D1" presStyleIdx="0" presStyleCnt="3"/>
      <dgm:spPr/>
    </dgm:pt>
    <dgm:pt modelId="{9C67D3EB-ACAF-4B94-9F50-5DFD192C4676}" type="pres">
      <dgm:prSet presAssocID="{75363E40-E2D2-4423-8F70-CEB1F7D8C421}" presName="composite2" presStyleCnt="0"/>
      <dgm:spPr/>
    </dgm:pt>
    <dgm:pt modelId="{335C148D-090C-4360-B285-89F0983B4E16}" type="pres">
      <dgm:prSet presAssocID="{75363E40-E2D2-4423-8F70-CEB1F7D8C421}" presName="dummyNode2" presStyleLbl="node1" presStyleIdx="0" presStyleCnt="4"/>
      <dgm:spPr/>
    </dgm:pt>
    <dgm:pt modelId="{FE6354C0-AEDF-44DE-A2FF-EDBECBCFDA95}" type="pres">
      <dgm:prSet presAssocID="{75363E40-E2D2-4423-8F70-CEB1F7D8C421}" presName="childNode2" presStyleLbl="bgAcc1" presStyleIdx="1" presStyleCnt="4">
        <dgm:presLayoutVars>
          <dgm:bulletEnabled val="1"/>
        </dgm:presLayoutVars>
      </dgm:prSet>
      <dgm:spPr/>
    </dgm:pt>
    <dgm:pt modelId="{6C1C18DB-7509-4E54-A55B-8E009AC5B5E3}" type="pres">
      <dgm:prSet presAssocID="{75363E40-E2D2-4423-8F70-CEB1F7D8C421}" presName="childNode2tx" presStyleLbl="bgAcc1" presStyleIdx="1" presStyleCnt="4">
        <dgm:presLayoutVars>
          <dgm:bulletEnabled val="1"/>
        </dgm:presLayoutVars>
      </dgm:prSet>
      <dgm:spPr/>
    </dgm:pt>
    <dgm:pt modelId="{30696261-627F-4F7D-BDDA-E423C3EA3C19}" type="pres">
      <dgm:prSet presAssocID="{75363E40-E2D2-4423-8F70-CEB1F7D8C421}" presName="parentNode2" presStyleLbl="node1" presStyleIdx="1" presStyleCnt="4">
        <dgm:presLayoutVars>
          <dgm:chMax val="0"/>
          <dgm:bulletEnabled val="1"/>
        </dgm:presLayoutVars>
      </dgm:prSet>
      <dgm:spPr/>
    </dgm:pt>
    <dgm:pt modelId="{44FEA62F-7E3A-43C7-A590-21FD06413F79}" type="pres">
      <dgm:prSet presAssocID="{75363E40-E2D2-4423-8F70-CEB1F7D8C421}" presName="connSite2" presStyleCnt="0"/>
      <dgm:spPr/>
    </dgm:pt>
    <dgm:pt modelId="{7EEE00DB-298B-47E0-8E8E-ECDF16AA56B9}" type="pres">
      <dgm:prSet presAssocID="{27761F3F-D535-497B-BB14-DC6040F67708}" presName="Name18" presStyleLbl="sibTrans2D1" presStyleIdx="1" presStyleCnt="3"/>
      <dgm:spPr/>
    </dgm:pt>
    <dgm:pt modelId="{4DD1B146-B0EF-4CE3-BE17-A791DAE7B867}" type="pres">
      <dgm:prSet presAssocID="{7932AB68-9F2E-4113-B7AA-D743E787FCD7}" presName="composite1" presStyleCnt="0"/>
      <dgm:spPr/>
    </dgm:pt>
    <dgm:pt modelId="{9E55DBF6-70C4-43F8-AB21-AF836A4A21AF}" type="pres">
      <dgm:prSet presAssocID="{7932AB68-9F2E-4113-B7AA-D743E787FCD7}" presName="dummyNode1" presStyleLbl="node1" presStyleIdx="1" presStyleCnt="4"/>
      <dgm:spPr/>
    </dgm:pt>
    <dgm:pt modelId="{3EBC7E01-5969-439F-B392-3D657585DAF8}" type="pres">
      <dgm:prSet presAssocID="{7932AB68-9F2E-4113-B7AA-D743E787FCD7}" presName="childNode1" presStyleLbl="bgAcc1" presStyleIdx="2" presStyleCnt="4">
        <dgm:presLayoutVars>
          <dgm:bulletEnabled val="1"/>
        </dgm:presLayoutVars>
      </dgm:prSet>
      <dgm:spPr/>
    </dgm:pt>
    <dgm:pt modelId="{0D0E79AD-4501-4D00-915B-B1BE4801F7A6}" type="pres">
      <dgm:prSet presAssocID="{7932AB68-9F2E-4113-B7AA-D743E787FCD7}" presName="childNode1tx" presStyleLbl="bgAcc1" presStyleIdx="2" presStyleCnt="4">
        <dgm:presLayoutVars>
          <dgm:bulletEnabled val="1"/>
        </dgm:presLayoutVars>
      </dgm:prSet>
      <dgm:spPr/>
    </dgm:pt>
    <dgm:pt modelId="{2EA42AD2-2897-438E-8627-4DA67FB91F6C}" type="pres">
      <dgm:prSet presAssocID="{7932AB68-9F2E-4113-B7AA-D743E787FCD7}" presName="parentNode1" presStyleLbl="node1" presStyleIdx="2" presStyleCnt="4">
        <dgm:presLayoutVars>
          <dgm:chMax val="1"/>
          <dgm:bulletEnabled val="1"/>
        </dgm:presLayoutVars>
      </dgm:prSet>
      <dgm:spPr/>
    </dgm:pt>
    <dgm:pt modelId="{EED251C0-A546-4ECD-824F-A9EB952930C9}" type="pres">
      <dgm:prSet presAssocID="{7932AB68-9F2E-4113-B7AA-D743E787FCD7}" presName="connSite1" presStyleCnt="0"/>
      <dgm:spPr/>
    </dgm:pt>
    <dgm:pt modelId="{F1109A37-0BDF-4EF1-B1A8-BEEA1C929E82}" type="pres">
      <dgm:prSet presAssocID="{21B61D20-CDB7-4876-BA22-43BDBC350605}" presName="Name9" presStyleLbl="sibTrans2D1" presStyleIdx="2" presStyleCnt="3"/>
      <dgm:spPr/>
    </dgm:pt>
    <dgm:pt modelId="{AA8ED48C-A121-4949-86D6-A644FED53CEE}" type="pres">
      <dgm:prSet presAssocID="{364A8169-C7E9-4A8B-983E-B0569330C9C3}" presName="composite2" presStyleCnt="0"/>
      <dgm:spPr/>
    </dgm:pt>
    <dgm:pt modelId="{B93DDDF5-199A-464B-A911-8B7624E7F1F6}" type="pres">
      <dgm:prSet presAssocID="{364A8169-C7E9-4A8B-983E-B0569330C9C3}" presName="dummyNode2" presStyleLbl="node1" presStyleIdx="2" presStyleCnt="4"/>
      <dgm:spPr/>
    </dgm:pt>
    <dgm:pt modelId="{5E8E9B99-1A7B-46C6-8954-CD94CD0413DB}" type="pres">
      <dgm:prSet presAssocID="{364A8169-C7E9-4A8B-983E-B0569330C9C3}" presName="childNode2" presStyleLbl="bgAcc1" presStyleIdx="3" presStyleCnt="4">
        <dgm:presLayoutVars>
          <dgm:bulletEnabled val="1"/>
        </dgm:presLayoutVars>
      </dgm:prSet>
      <dgm:spPr/>
    </dgm:pt>
    <dgm:pt modelId="{61614345-40C3-4C4A-AC61-D8BD3E595042}" type="pres">
      <dgm:prSet presAssocID="{364A8169-C7E9-4A8B-983E-B0569330C9C3}" presName="childNode2tx" presStyleLbl="bgAcc1" presStyleIdx="3" presStyleCnt="4">
        <dgm:presLayoutVars>
          <dgm:bulletEnabled val="1"/>
        </dgm:presLayoutVars>
      </dgm:prSet>
      <dgm:spPr/>
    </dgm:pt>
    <dgm:pt modelId="{0A6344FE-3537-49C7-9C8B-E0530680EB70}" type="pres">
      <dgm:prSet presAssocID="{364A8169-C7E9-4A8B-983E-B0569330C9C3}" presName="parentNode2" presStyleLbl="node1" presStyleIdx="3" presStyleCnt="4">
        <dgm:presLayoutVars>
          <dgm:chMax val="0"/>
          <dgm:bulletEnabled val="1"/>
        </dgm:presLayoutVars>
      </dgm:prSet>
      <dgm:spPr/>
    </dgm:pt>
    <dgm:pt modelId="{8600463F-8A12-4A75-ADE7-C01C56758437}" type="pres">
      <dgm:prSet presAssocID="{364A8169-C7E9-4A8B-983E-B0569330C9C3}" presName="connSite2" presStyleCnt="0"/>
      <dgm:spPr/>
    </dgm:pt>
  </dgm:ptLst>
  <dgm:cxnLst>
    <dgm:cxn modelId="{2B61FA04-238A-4E49-B208-FA28E7EF4B26}" type="presOf" srcId="{1A4EA5A3-6CB0-4327-A259-CA80B2C1DD5D}" destId="{0D0E79AD-4501-4D00-915B-B1BE4801F7A6}" srcOrd="1" destOrd="1" presId="urn:microsoft.com/office/officeart/2005/8/layout/hProcess4"/>
    <dgm:cxn modelId="{96EACE05-F40D-45AA-BFB2-B9CE8376BB4D}" srcId="{367EAD09-9D1B-4BC4-9D7A-8FF2506F4492}" destId="{5833DC10-907D-40F8-89CA-4B70B6FF7EEF}" srcOrd="0" destOrd="0" parTransId="{37274082-2E26-4F83-8276-2DDD5709EB5F}" sibTransId="{730E8FF2-DC1E-4429-93D3-F2955A6C19E5}"/>
    <dgm:cxn modelId="{E0E61A0A-EDBF-4FB8-A217-EAD252E68787}" srcId="{367EAD09-9D1B-4BC4-9D7A-8FF2506F4492}" destId="{75363E40-E2D2-4423-8F70-CEB1F7D8C421}" srcOrd="1" destOrd="0" parTransId="{FBAF65AE-A514-4AC4-A57D-DFB0DB5003ED}" sibTransId="{27761F3F-D535-497B-BB14-DC6040F67708}"/>
    <dgm:cxn modelId="{339DD40F-0C37-4377-9223-676B65F83ABC}" type="presOf" srcId="{730E8FF2-DC1E-4429-93D3-F2955A6C19E5}" destId="{3DD0FE89-7A5F-4BC3-BEF9-AB69656516AC}" srcOrd="0" destOrd="0" presId="urn:microsoft.com/office/officeart/2005/8/layout/hProcess4"/>
    <dgm:cxn modelId="{CEC00E1C-FB24-4232-B43C-A3192F578FBC}" type="presOf" srcId="{27761F3F-D535-497B-BB14-DC6040F67708}" destId="{7EEE00DB-298B-47E0-8E8E-ECDF16AA56B9}" srcOrd="0" destOrd="0" presId="urn:microsoft.com/office/officeart/2005/8/layout/hProcess4"/>
    <dgm:cxn modelId="{AF494C2D-8E3F-46D8-880B-24029CDF382C}" type="presOf" srcId="{367EAD09-9D1B-4BC4-9D7A-8FF2506F4492}" destId="{DA70DAE4-BDDB-40D8-8F58-32C5147B4CA5}" srcOrd="0" destOrd="0" presId="urn:microsoft.com/office/officeart/2005/8/layout/hProcess4"/>
    <dgm:cxn modelId="{8CDB333A-6306-442A-8666-E2AD568195AB}" type="presOf" srcId="{1A4EA5A3-6CB0-4327-A259-CA80B2C1DD5D}" destId="{3EBC7E01-5969-439F-B392-3D657585DAF8}" srcOrd="0" destOrd="1" presId="urn:microsoft.com/office/officeart/2005/8/layout/hProcess4"/>
    <dgm:cxn modelId="{1327793F-F510-4F30-A542-B41D74D7DEF2}" type="presOf" srcId="{32139DBA-75C3-4DE4-9FBA-B5C59FF31FCF}" destId="{FE6354C0-AEDF-44DE-A2FF-EDBECBCFDA95}" srcOrd="0" destOrd="0" presId="urn:microsoft.com/office/officeart/2005/8/layout/hProcess4"/>
    <dgm:cxn modelId="{9058F840-2BAB-440A-B3CA-AC71E95068A4}" srcId="{75363E40-E2D2-4423-8F70-CEB1F7D8C421}" destId="{6F610B1D-7BEA-4D9C-8073-2832B54ECF2E}" srcOrd="1" destOrd="0" parTransId="{CE35A541-DCE9-444B-9033-B75D02588C7E}" sibTransId="{9A44DD40-679F-40A3-A647-E7C748A7502E}"/>
    <dgm:cxn modelId="{1E1E725F-E4EF-40D1-9C36-73492AFAC031}" type="presOf" srcId="{6F610B1D-7BEA-4D9C-8073-2832B54ECF2E}" destId="{FE6354C0-AEDF-44DE-A2FF-EDBECBCFDA95}" srcOrd="0" destOrd="1" presId="urn:microsoft.com/office/officeart/2005/8/layout/hProcess4"/>
    <dgm:cxn modelId="{7A6B4943-F3F9-4E9C-8531-216F850837CA}" type="presOf" srcId="{F4DA6808-0A6D-4EDA-8578-0A233C9E6EC8}" destId="{61614345-40C3-4C4A-AC61-D8BD3E595042}" srcOrd="1" destOrd="1" presId="urn:microsoft.com/office/officeart/2005/8/layout/hProcess4"/>
    <dgm:cxn modelId="{995FFA64-62A0-4111-B5DE-5F5BE21D65CA}" type="presOf" srcId="{5833DC10-907D-40F8-89CA-4B70B6FF7EEF}" destId="{9DCF8EBE-8AEA-4234-A7D8-B2F121A460D1}" srcOrd="0" destOrd="0" presId="urn:microsoft.com/office/officeart/2005/8/layout/hProcess4"/>
    <dgm:cxn modelId="{76606F6A-1B89-496A-9E6B-3638EEB5F8D3}" type="presOf" srcId="{0FB5DA5A-34F3-4A2B-80BE-1346770CDEEF}" destId="{5E8E9B99-1A7B-46C6-8954-CD94CD0413DB}" srcOrd="0" destOrd="0" presId="urn:microsoft.com/office/officeart/2005/8/layout/hProcess4"/>
    <dgm:cxn modelId="{1943FD6A-F89D-4F1D-8D00-70D649DCC2A1}" type="presOf" srcId="{03F11F1C-23DD-434D-A785-3188CB85EF22}" destId="{3EBC7E01-5969-439F-B392-3D657585DAF8}" srcOrd="0" destOrd="0" presId="urn:microsoft.com/office/officeart/2005/8/layout/hProcess4"/>
    <dgm:cxn modelId="{02348C4D-1EFC-4A4B-918C-C8DB76817C16}" type="presOf" srcId="{364A8169-C7E9-4A8B-983E-B0569330C9C3}" destId="{0A6344FE-3537-49C7-9C8B-E0530680EB70}" srcOrd="0" destOrd="0" presId="urn:microsoft.com/office/officeart/2005/8/layout/hProcess4"/>
    <dgm:cxn modelId="{39BBFE8B-9775-47C4-AA34-1C7B41DAAD51}" type="presOf" srcId="{32139DBA-75C3-4DE4-9FBA-B5C59FF31FCF}" destId="{6C1C18DB-7509-4E54-A55B-8E009AC5B5E3}" srcOrd="1" destOrd="0" presId="urn:microsoft.com/office/officeart/2005/8/layout/hProcess4"/>
    <dgm:cxn modelId="{681DD79B-CBE0-4A73-926A-100B39F747AD}" srcId="{7932AB68-9F2E-4113-B7AA-D743E787FCD7}" destId="{03F11F1C-23DD-434D-A785-3188CB85EF22}" srcOrd="0" destOrd="0" parTransId="{910D2D4E-BD52-4022-A3E4-84F8499A891A}" sibTransId="{CBFD9050-6DD7-4523-BBDB-780A10D0E880}"/>
    <dgm:cxn modelId="{619E84A4-B8E1-48C0-96E9-6CCAF375E943}" type="presOf" srcId="{6F610B1D-7BEA-4D9C-8073-2832B54ECF2E}" destId="{6C1C18DB-7509-4E54-A55B-8E009AC5B5E3}" srcOrd="1" destOrd="1" presId="urn:microsoft.com/office/officeart/2005/8/layout/hProcess4"/>
    <dgm:cxn modelId="{8D8090A4-F82B-40C9-83B3-D92B8A5D6720}" type="presOf" srcId="{21B61D20-CDB7-4876-BA22-43BDBC350605}" destId="{F1109A37-0BDF-4EF1-B1A8-BEEA1C929E82}" srcOrd="0" destOrd="0" presId="urn:microsoft.com/office/officeart/2005/8/layout/hProcess4"/>
    <dgm:cxn modelId="{59EFAAA9-CF8D-4B70-97CB-2E6FBF86D1A9}" srcId="{7932AB68-9F2E-4113-B7AA-D743E787FCD7}" destId="{1A4EA5A3-6CB0-4327-A259-CA80B2C1DD5D}" srcOrd="1" destOrd="0" parTransId="{52E98394-EAB1-4D52-B508-191180E67F0E}" sibTransId="{D04D3467-BB55-4438-BA14-95B78725956C}"/>
    <dgm:cxn modelId="{2C2117B0-5143-4C3E-9251-F9E41FA5E6BF}" srcId="{364A8169-C7E9-4A8B-983E-B0569330C9C3}" destId="{F4DA6808-0A6D-4EDA-8578-0A233C9E6EC8}" srcOrd="1" destOrd="0" parTransId="{F446542B-DABB-462B-BE20-FBA13687D17E}" sibTransId="{D4DA49F4-4C47-4A1F-A7C7-632D9D28ED47}"/>
    <dgm:cxn modelId="{44CE30BC-36A6-4ABC-BD96-B7739D52EA06}" type="presOf" srcId="{7932AB68-9F2E-4113-B7AA-D743E787FCD7}" destId="{2EA42AD2-2897-438E-8627-4DA67FB91F6C}" srcOrd="0" destOrd="0" presId="urn:microsoft.com/office/officeart/2005/8/layout/hProcess4"/>
    <dgm:cxn modelId="{9FC44BBE-A669-45B8-9043-69D3D9B1522E}" type="presOf" srcId="{75363E40-E2D2-4423-8F70-CEB1F7D8C421}" destId="{30696261-627F-4F7D-BDDA-E423C3EA3C19}" srcOrd="0" destOrd="0" presId="urn:microsoft.com/office/officeart/2005/8/layout/hProcess4"/>
    <dgm:cxn modelId="{4F4859C3-1869-47B7-B07B-A0066D1F0E77}" srcId="{367EAD09-9D1B-4BC4-9D7A-8FF2506F4492}" destId="{364A8169-C7E9-4A8B-983E-B0569330C9C3}" srcOrd="3" destOrd="0" parTransId="{EF4E3472-3179-492A-B86A-9D01376F5EF9}" sibTransId="{35CD1CA9-3105-41D8-A4F3-3F98092D1A20}"/>
    <dgm:cxn modelId="{25AE17C4-A11D-49F0-86D2-81B3A96636A1}" type="presOf" srcId="{03F11F1C-23DD-434D-A785-3188CB85EF22}" destId="{0D0E79AD-4501-4D00-915B-B1BE4801F7A6}" srcOrd="1" destOrd="0" presId="urn:microsoft.com/office/officeart/2005/8/layout/hProcess4"/>
    <dgm:cxn modelId="{B46A19D1-0009-4C17-A3DB-3303086CED52}" srcId="{364A8169-C7E9-4A8B-983E-B0569330C9C3}" destId="{0FB5DA5A-34F3-4A2B-80BE-1346770CDEEF}" srcOrd="0" destOrd="0" parTransId="{D46B705E-3765-421B-9ED5-F39441F0B99E}" sibTransId="{77AEFC54-B620-4E1D-BA82-1CED02967B3E}"/>
    <dgm:cxn modelId="{43A37CD2-B42D-4588-9518-7FF836910D4A}" srcId="{75363E40-E2D2-4423-8F70-CEB1F7D8C421}" destId="{32139DBA-75C3-4DE4-9FBA-B5C59FF31FCF}" srcOrd="0" destOrd="0" parTransId="{A19563B0-2FFA-4CBF-B852-F3509C2FD853}" sibTransId="{C3EAD1BC-0DC5-4829-A068-D49D123E2767}"/>
    <dgm:cxn modelId="{2B8AF7D7-73A7-4442-9331-57037C2FC2D6}" type="presOf" srcId="{0FB5DA5A-34F3-4A2B-80BE-1346770CDEEF}" destId="{61614345-40C3-4C4A-AC61-D8BD3E595042}" srcOrd="1" destOrd="0" presId="urn:microsoft.com/office/officeart/2005/8/layout/hProcess4"/>
    <dgm:cxn modelId="{D14176EC-87F5-4178-BC9A-529DCC84625D}" type="presOf" srcId="{F4DA6808-0A6D-4EDA-8578-0A233C9E6EC8}" destId="{5E8E9B99-1A7B-46C6-8954-CD94CD0413DB}" srcOrd="0" destOrd="1" presId="urn:microsoft.com/office/officeart/2005/8/layout/hProcess4"/>
    <dgm:cxn modelId="{DC8CFCFB-511E-4DE7-9ED8-67BC945A185A}" srcId="{367EAD09-9D1B-4BC4-9D7A-8FF2506F4492}" destId="{7932AB68-9F2E-4113-B7AA-D743E787FCD7}" srcOrd="2" destOrd="0" parTransId="{89EB8F69-E384-4CB4-86CD-82CFA0D5C2D7}" sibTransId="{21B61D20-CDB7-4876-BA22-43BDBC350605}"/>
    <dgm:cxn modelId="{0D85DECE-C5FB-4A98-8AF0-FD1ABE6A7210}" type="presParOf" srcId="{DA70DAE4-BDDB-40D8-8F58-32C5147B4CA5}" destId="{C3336A9B-5BB1-4EA7-A2B1-C383319753A4}" srcOrd="0" destOrd="0" presId="urn:microsoft.com/office/officeart/2005/8/layout/hProcess4"/>
    <dgm:cxn modelId="{6C4D26C5-B6EB-4F2B-9099-6AFC3269DA8E}" type="presParOf" srcId="{DA70DAE4-BDDB-40D8-8F58-32C5147B4CA5}" destId="{DB369D57-6D40-4BDC-A1EC-E214938096E4}" srcOrd="1" destOrd="0" presId="urn:microsoft.com/office/officeart/2005/8/layout/hProcess4"/>
    <dgm:cxn modelId="{DE3A6D4F-C5C6-4560-8B61-EB33F5332233}" type="presParOf" srcId="{DA70DAE4-BDDB-40D8-8F58-32C5147B4CA5}" destId="{A5E3546C-7333-4D0E-AB68-16DDFC991FA9}" srcOrd="2" destOrd="0" presId="urn:microsoft.com/office/officeart/2005/8/layout/hProcess4"/>
    <dgm:cxn modelId="{B7E38D43-F7F4-43C0-BCAF-96309B895D90}" type="presParOf" srcId="{A5E3546C-7333-4D0E-AB68-16DDFC991FA9}" destId="{E1BA751F-FE3C-438C-B721-04443DDADB26}" srcOrd="0" destOrd="0" presId="urn:microsoft.com/office/officeart/2005/8/layout/hProcess4"/>
    <dgm:cxn modelId="{D6A2FBAA-DF3B-423C-8AC1-95F401454A5E}" type="presParOf" srcId="{E1BA751F-FE3C-438C-B721-04443DDADB26}" destId="{D14B76D0-DB63-4078-AF74-A1F58D10831A}" srcOrd="0" destOrd="0" presId="urn:microsoft.com/office/officeart/2005/8/layout/hProcess4"/>
    <dgm:cxn modelId="{30DB44C4-31FC-4F06-A0D0-0C919A22DFD0}" type="presParOf" srcId="{E1BA751F-FE3C-438C-B721-04443DDADB26}" destId="{0D2B0AAC-E11E-4B1B-819D-A6482EEF6C11}" srcOrd="1" destOrd="0" presId="urn:microsoft.com/office/officeart/2005/8/layout/hProcess4"/>
    <dgm:cxn modelId="{4AF76062-5E61-4981-B36C-CF15667810B0}" type="presParOf" srcId="{E1BA751F-FE3C-438C-B721-04443DDADB26}" destId="{259FC87B-8A49-4DDC-9EE2-66933D51AAB5}" srcOrd="2" destOrd="0" presId="urn:microsoft.com/office/officeart/2005/8/layout/hProcess4"/>
    <dgm:cxn modelId="{6659BE02-7110-4E13-BAF6-6D1A0A515384}" type="presParOf" srcId="{E1BA751F-FE3C-438C-B721-04443DDADB26}" destId="{9DCF8EBE-8AEA-4234-A7D8-B2F121A460D1}" srcOrd="3" destOrd="0" presId="urn:microsoft.com/office/officeart/2005/8/layout/hProcess4"/>
    <dgm:cxn modelId="{102DF8B2-9C65-4E94-8842-C115BCEF268C}" type="presParOf" srcId="{E1BA751F-FE3C-438C-B721-04443DDADB26}" destId="{2A49F8BF-CA3D-40C7-9454-8979561DB80F}" srcOrd="4" destOrd="0" presId="urn:microsoft.com/office/officeart/2005/8/layout/hProcess4"/>
    <dgm:cxn modelId="{A93A9330-72EA-4527-85DE-759471B97885}" type="presParOf" srcId="{A5E3546C-7333-4D0E-AB68-16DDFC991FA9}" destId="{3DD0FE89-7A5F-4BC3-BEF9-AB69656516AC}" srcOrd="1" destOrd="0" presId="urn:microsoft.com/office/officeart/2005/8/layout/hProcess4"/>
    <dgm:cxn modelId="{E0BE3DCE-AE70-4038-B060-FE0674B2F942}" type="presParOf" srcId="{A5E3546C-7333-4D0E-AB68-16DDFC991FA9}" destId="{9C67D3EB-ACAF-4B94-9F50-5DFD192C4676}" srcOrd="2" destOrd="0" presId="urn:microsoft.com/office/officeart/2005/8/layout/hProcess4"/>
    <dgm:cxn modelId="{A6D1D0A0-F943-4598-B75E-BB622878887C}" type="presParOf" srcId="{9C67D3EB-ACAF-4B94-9F50-5DFD192C4676}" destId="{335C148D-090C-4360-B285-89F0983B4E16}" srcOrd="0" destOrd="0" presId="urn:microsoft.com/office/officeart/2005/8/layout/hProcess4"/>
    <dgm:cxn modelId="{2729ADB9-DDA6-4BED-B165-34E89948EF5C}" type="presParOf" srcId="{9C67D3EB-ACAF-4B94-9F50-5DFD192C4676}" destId="{FE6354C0-AEDF-44DE-A2FF-EDBECBCFDA95}" srcOrd="1" destOrd="0" presId="urn:microsoft.com/office/officeart/2005/8/layout/hProcess4"/>
    <dgm:cxn modelId="{EF1DC9E8-ECC1-4B43-B7CF-D3D3ECF9E71B}" type="presParOf" srcId="{9C67D3EB-ACAF-4B94-9F50-5DFD192C4676}" destId="{6C1C18DB-7509-4E54-A55B-8E009AC5B5E3}" srcOrd="2" destOrd="0" presId="urn:microsoft.com/office/officeart/2005/8/layout/hProcess4"/>
    <dgm:cxn modelId="{520CE820-BD49-45C1-B565-9826AEB2D1ED}" type="presParOf" srcId="{9C67D3EB-ACAF-4B94-9F50-5DFD192C4676}" destId="{30696261-627F-4F7D-BDDA-E423C3EA3C19}" srcOrd="3" destOrd="0" presId="urn:microsoft.com/office/officeart/2005/8/layout/hProcess4"/>
    <dgm:cxn modelId="{5A777863-ACA7-4A09-ABD6-2CE2B5979B91}" type="presParOf" srcId="{9C67D3EB-ACAF-4B94-9F50-5DFD192C4676}" destId="{44FEA62F-7E3A-43C7-A590-21FD06413F79}" srcOrd="4" destOrd="0" presId="urn:microsoft.com/office/officeart/2005/8/layout/hProcess4"/>
    <dgm:cxn modelId="{B2297A21-5C99-4307-A2BC-10EE820C1486}" type="presParOf" srcId="{A5E3546C-7333-4D0E-AB68-16DDFC991FA9}" destId="{7EEE00DB-298B-47E0-8E8E-ECDF16AA56B9}" srcOrd="3" destOrd="0" presId="urn:microsoft.com/office/officeart/2005/8/layout/hProcess4"/>
    <dgm:cxn modelId="{74BAF401-3858-4DDC-AEF3-8DA72BC007D2}" type="presParOf" srcId="{A5E3546C-7333-4D0E-AB68-16DDFC991FA9}" destId="{4DD1B146-B0EF-4CE3-BE17-A791DAE7B867}" srcOrd="4" destOrd="0" presId="urn:microsoft.com/office/officeart/2005/8/layout/hProcess4"/>
    <dgm:cxn modelId="{41F50A4F-4A88-4588-A011-724DAA4106A9}" type="presParOf" srcId="{4DD1B146-B0EF-4CE3-BE17-A791DAE7B867}" destId="{9E55DBF6-70C4-43F8-AB21-AF836A4A21AF}" srcOrd="0" destOrd="0" presId="urn:microsoft.com/office/officeart/2005/8/layout/hProcess4"/>
    <dgm:cxn modelId="{A0151294-25F6-405C-B1A8-49EBA128641E}" type="presParOf" srcId="{4DD1B146-B0EF-4CE3-BE17-A791DAE7B867}" destId="{3EBC7E01-5969-439F-B392-3D657585DAF8}" srcOrd="1" destOrd="0" presId="urn:microsoft.com/office/officeart/2005/8/layout/hProcess4"/>
    <dgm:cxn modelId="{1580B0D6-05DE-49C9-99B5-15D754BEF2C5}" type="presParOf" srcId="{4DD1B146-B0EF-4CE3-BE17-A791DAE7B867}" destId="{0D0E79AD-4501-4D00-915B-B1BE4801F7A6}" srcOrd="2" destOrd="0" presId="urn:microsoft.com/office/officeart/2005/8/layout/hProcess4"/>
    <dgm:cxn modelId="{C3BE2B9F-5BD9-4BAD-8F16-08EA95289B50}" type="presParOf" srcId="{4DD1B146-B0EF-4CE3-BE17-A791DAE7B867}" destId="{2EA42AD2-2897-438E-8627-4DA67FB91F6C}" srcOrd="3" destOrd="0" presId="urn:microsoft.com/office/officeart/2005/8/layout/hProcess4"/>
    <dgm:cxn modelId="{9218120B-76BA-476A-85F4-ABDA467502DE}" type="presParOf" srcId="{4DD1B146-B0EF-4CE3-BE17-A791DAE7B867}" destId="{EED251C0-A546-4ECD-824F-A9EB952930C9}" srcOrd="4" destOrd="0" presId="urn:microsoft.com/office/officeart/2005/8/layout/hProcess4"/>
    <dgm:cxn modelId="{FEE86502-BBF3-4E72-B0F7-004957001C0E}" type="presParOf" srcId="{A5E3546C-7333-4D0E-AB68-16DDFC991FA9}" destId="{F1109A37-0BDF-4EF1-B1A8-BEEA1C929E82}" srcOrd="5" destOrd="0" presId="urn:microsoft.com/office/officeart/2005/8/layout/hProcess4"/>
    <dgm:cxn modelId="{A1E49096-8B8F-4261-8C9B-3C12951F516A}" type="presParOf" srcId="{A5E3546C-7333-4D0E-AB68-16DDFC991FA9}" destId="{AA8ED48C-A121-4949-86D6-A644FED53CEE}" srcOrd="6" destOrd="0" presId="urn:microsoft.com/office/officeart/2005/8/layout/hProcess4"/>
    <dgm:cxn modelId="{48C2C8AE-CCA4-4ECA-89C4-6A692C6972A7}" type="presParOf" srcId="{AA8ED48C-A121-4949-86D6-A644FED53CEE}" destId="{B93DDDF5-199A-464B-A911-8B7624E7F1F6}" srcOrd="0" destOrd="0" presId="urn:microsoft.com/office/officeart/2005/8/layout/hProcess4"/>
    <dgm:cxn modelId="{B1C122F0-4E22-456D-8786-C1073B3DA656}" type="presParOf" srcId="{AA8ED48C-A121-4949-86D6-A644FED53CEE}" destId="{5E8E9B99-1A7B-46C6-8954-CD94CD0413DB}" srcOrd="1" destOrd="0" presId="urn:microsoft.com/office/officeart/2005/8/layout/hProcess4"/>
    <dgm:cxn modelId="{B101020D-06EE-4ACE-8D0B-78A734558E01}" type="presParOf" srcId="{AA8ED48C-A121-4949-86D6-A644FED53CEE}" destId="{61614345-40C3-4C4A-AC61-D8BD3E595042}" srcOrd="2" destOrd="0" presId="urn:microsoft.com/office/officeart/2005/8/layout/hProcess4"/>
    <dgm:cxn modelId="{386BE953-E8D1-4616-A12C-9DF60F774C1A}" type="presParOf" srcId="{AA8ED48C-A121-4949-86D6-A644FED53CEE}" destId="{0A6344FE-3537-49C7-9C8B-E0530680EB70}" srcOrd="3" destOrd="0" presId="urn:microsoft.com/office/officeart/2005/8/layout/hProcess4"/>
    <dgm:cxn modelId="{406B763D-3FA9-405E-B590-2D6616D5D3F7}" type="presParOf" srcId="{AA8ED48C-A121-4949-86D6-A644FED53CEE}" destId="{8600463F-8A12-4A75-ADE7-C01C56758437}" srcOrd="4" destOrd="0" presId="urn:microsoft.com/office/officeart/2005/8/layout/hProcess4"/>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F83CD74-3BBD-4157-8B21-74F63CAD85A7}"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IN"/>
        </a:p>
      </dgm:t>
    </dgm:pt>
    <dgm:pt modelId="{BD9E6646-2EB9-4D99-864C-CE0BFA75B319}">
      <dgm:prSet/>
      <dgm:spPr>
        <a:solidFill>
          <a:srgbClr val="CCCCFF"/>
        </a:solidFill>
      </dgm:spPr>
      <dgm:t>
        <a:bodyPr/>
        <a:lstStyle/>
        <a:p>
          <a:r>
            <a:rPr lang="en-IN" b="1">
              <a:solidFill>
                <a:srgbClr val="7030A0"/>
              </a:solidFill>
            </a:rPr>
            <a:t>Innovation</a:t>
          </a:r>
          <a:endParaRPr lang="en-IN">
            <a:solidFill>
              <a:srgbClr val="7030A0"/>
            </a:solidFill>
          </a:endParaRPr>
        </a:p>
      </dgm:t>
    </dgm:pt>
    <dgm:pt modelId="{D134D5C3-FEBA-49D7-AAB4-FE2D30B6C9FC}" type="parTrans" cxnId="{DBC90639-C717-4B00-8B3E-212CB7A55459}">
      <dgm:prSet/>
      <dgm:spPr/>
      <dgm:t>
        <a:bodyPr/>
        <a:lstStyle/>
        <a:p>
          <a:endParaRPr lang="en-IN"/>
        </a:p>
      </dgm:t>
    </dgm:pt>
    <dgm:pt modelId="{BDC353EF-D15A-464D-A872-76987B9F6BA4}" type="sibTrans" cxnId="{DBC90639-C717-4B00-8B3E-212CB7A55459}">
      <dgm:prSet/>
      <dgm:spPr/>
      <dgm:t>
        <a:bodyPr/>
        <a:lstStyle/>
        <a:p>
          <a:endParaRPr lang="en-IN"/>
        </a:p>
      </dgm:t>
    </dgm:pt>
    <dgm:pt modelId="{29853149-2A85-4709-83CF-F05B3D899053}">
      <dgm:prSet/>
      <dgm:spPr>
        <a:solidFill>
          <a:srgbClr val="CCCCFF"/>
        </a:solidFill>
      </dgm:spPr>
      <dgm:t>
        <a:bodyPr/>
        <a:lstStyle/>
        <a:p>
          <a:r>
            <a:rPr lang="en-IN" b="0" dirty="0">
              <a:solidFill>
                <a:srgbClr val="7030A0"/>
              </a:solidFill>
            </a:rPr>
            <a:t>Zero-hallucination by construction: extraction never generates new sentences, only segments supplied text</a:t>
          </a:r>
          <a:endParaRPr lang="en-IN" dirty="0">
            <a:solidFill>
              <a:srgbClr val="7030A0"/>
            </a:solidFill>
          </a:endParaRPr>
        </a:p>
      </dgm:t>
    </dgm:pt>
    <dgm:pt modelId="{7B390BF5-9695-47CC-A0D9-23A5E968E301}" type="parTrans" cxnId="{EA5F6330-10A1-4C7B-9905-C68903D4E1BF}">
      <dgm:prSet/>
      <dgm:spPr/>
      <dgm:t>
        <a:bodyPr/>
        <a:lstStyle/>
        <a:p>
          <a:endParaRPr lang="en-IN"/>
        </a:p>
      </dgm:t>
    </dgm:pt>
    <dgm:pt modelId="{9EB3B6D7-ECC1-48DA-AD6E-798D8677BEE4}" type="sibTrans" cxnId="{EA5F6330-10A1-4C7B-9905-C68903D4E1BF}">
      <dgm:prSet/>
      <dgm:spPr/>
      <dgm:t>
        <a:bodyPr/>
        <a:lstStyle/>
        <a:p>
          <a:endParaRPr lang="en-IN"/>
        </a:p>
      </dgm:t>
    </dgm:pt>
    <dgm:pt modelId="{3826F1F0-F6F8-4833-81BC-BA32B4D17F44}">
      <dgm:prSet/>
      <dgm:spPr>
        <a:solidFill>
          <a:srgbClr val="CCCCFF"/>
        </a:solidFill>
      </dgm:spPr>
      <dgm:t>
        <a:bodyPr/>
        <a:lstStyle/>
        <a:p>
          <a:r>
            <a:rPr lang="en-IN" b="0" dirty="0">
              <a:solidFill>
                <a:srgbClr val="7030A0"/>
              </a:solidFill>
            </a:rPr>
            <a:t>Programmatic rule enforcement every word-count/prefix/category rule is checked in code, not hoped for from a prompt</a:t>
          </a:r>
          <a:endParaRPr lang="en-IN" dirty="0">
            <a:solidFill>
              <a:srgbClr val="7030A0"/>
            </a:solidFill>
          </a:endParaRPr>
        </a:p>
      </dgm:t>
    </dgm:pt>
    <dgm:pt modelId="{31E942BA-1856-4001-BFF6-432184215558}" type="parTrans" cxnId="{C4AFD166-EAAD-42A1-B794-84F49C5447D6}">
      <dgm:prSet/>
      <dgm:spPr/>
      <dgm:t>
        <a:bodyPr/>
        <a:lstStyle/>
        <a:p>
          <a:endParaRPr lang="en-IN"/>
        </a:p>
      </dgm:t>
    </dgm:pt>
    <dgm:pt modelId="{B651BB28-8A3F-4B4A-8CA1-C764D10036CA}" type="sibTrans" cxnId="{C4AFD166-EAAD-42A1-B794-84F49C5447D6}">
      <dgm:prSet/>
      <dgm:spPr/>
      <dgm:t>
        <a:bodyPr/>
        <a:lstStyle/>
        <a:p>
          <a:endParaRPr lang="en-IN"/>
        </a:p>
      </dgm:t>
    </dgm:pt>
    <dgm:pt modelId="{5DB32FD7-E589-4847-8E4B-0D7D80C419E5}">
      <dgm:prSet/>
      <dgm:spPr>
        <a:solidFill>
          <a:srgbClr val="CCCCFF">
            <a:alpha val="50000"/>
          </a:srgbClr>
        </a:solidFill>
      </dgm:spPr>
      <dgm:t>
        <a:bodyPr/>
        <a:lstStyle/>
        <a:p>
          <a:r>
            <a:rPr lang="en-IN" b="1">
              <a:solidFill>
                <a:srgbClr val="7030A0"/>
              </a:solidFill>
            </a:rPr>
            <a:t>Measured results</a:t>
          </a:r>
          <a:endParaRPr lang="en-IN">
            <a:solidFill>
              <a:srgbClr val="7030A0"/>
            </a:solidFill>
          </a:endParaRPr>
        </a:p>
      </dgm:t>
    </dgm:pt>
    <dgm:pt modelId="{780C7DCB-D289-4779-937F-778D7397742F}" type="parTrans" cxnId="{EA51F6E4-7E4C-4F80-B755-29EF09613062}">
      <dgm:prSet/>
      <dgm:spPr/>
      <dgm:t>
        <a:bodyPr/>
        <a:lstStyle/>
        <a:p>
          <a:endParaRPr lang="en-IN"/>
        </a:p>
      </dgm:t>
    </dgm:pt>
    <dgm:pt modelId="{BA2A1429-D670-4711-AA67-EC8DCCC88426}" type="sibTrans" cxnId="{EA51F6E4-7E4C-4F80-B755-29EF09613062}">
      <dgm:prSet/>
      <dgm:spPr/>
      <dgm:t>
        <a:bodyPr/>
        <a:lstStyle/>
        <a:p>
          <a:endParaRPr lang="en-IN"/>
        </a:p>
      </dgm:t>
    </dgm:pt>
    <dgm:pt modelId="{7693E28F-45C4-48F9-AFE2-374764E17010}">
      <dgm:prSet/>
      <dgm:spPr>
        <a:solidFill>
          <a:srgbClr val="CCCCFF">
            <a:alpha val="50000"/>
          </a:srgbClr>
        </a:solidFill>
      </dgm:spPr>
      <dgm:t>
        <a:bodyPr/>
        <a:lstStyle/>
        <a:p>
          <a:r>
            <a:rPr lang="en-IN" b="0">
              <a:solidFill>
                <a:srgbClr val="7030A0"/>
              </a:solidFill>
            </a:rPr>
            <a:t>0 schema/rule violations across all 20 seed scenarios</a:t>
          </a:r>
          <a:endParaRPr lang="en-IN">
            <a:solidFill>
              <a:srgbClr val="7030A0"/>
            </a:solidFill>
          </a:endParaRPr>
        </a:p>
      </dgm:t>
    </dgm:pt>
    <dgm:pt modelId="{0CEF3F28-44CA-4B5B-96F9-BBDF6175D5BE}" type="parTrans" cxnId="{E28B80DC-D0C1-4EF0-A541-D9B376E90F7C}">
      <dgm:prSet/>
      <dgm:spPr/>
      <dgm:t>
        <a:bodyPr/>
        <a:lstStyle/>
        <a:p>
          <a:endParaRPr lang="en-IN"/>
        </a:p>
      </dgm:t>
    </dgm:pt>
    <dgm:pt modelId="{D7B5FA42-EDA7-495B-99A8-819F083ACA94}" type="sibTrans" cxnId="{E28B80DC-D0C1-4EF0-A541-D9B376E90F7C}">
      <dgm:prSet/>
      <dgm:spPr/>
      <dgm:t>
        <a:bodyPr/>
        <a:lstStyle/>
        <a:p>
          <a:endParaRPr lang="en-IN"/>
        </a:p>
      </dgm:t>
    </dgm:pt>
    <dgm:pt modelId="{B9379017-E4B6-4079-9D66-E60C9E7F40AD}">
      <dgm:prSet/>
      <dgm:spPr>
        <a:solidFill>
          <a:srgbClr val="CCCCFF">
            <a:alpha val="50000"/>
          </a:srgbClr>
        </a:solidFill>
      </dgm:spPr>
      <dgm:t>
        <a:bodyPr/>
        <a:lstStyle/>
        <a:p>
          <a:r>
            <a:rPr lang="en-IN" b="0" dirty="0">
              <a:solidFill>
                <a:srgbClr val="7030A0"/>
              </a:solidFill>
            </a:rPr>
            <a:t>100% of “auto” actions carry a resolved, verified </a:t>
          </a:r>
          <a:r>
            <a:rPr lang="en-IN" b="0" dirty="0" err="1">
              <a:solidFill>
                <a:srgbClr val="7030A0"/>
              </a:solidFill>
            </a:rPr>
            <a:t>deeplink</a:t>
          </a:r>
          <a:endParaRPr lang="en-IN" dirty="0">
            <a:solidFill>
              <a:srgbClr val="7030A0"/>
            </a:solidFill>
          </a:endParaRPr>
        </a:p>
      </dgm:t>
    </dgm:pt>
    <dgm:pt modelId="{5671F2AF-9C38-4F8C-B097-F82CBDC6D841}" type="parTrans" cxnId="{2E7AE2C5-26A0-49DA-B07B-F645A6513A60}">
      <dgm:prSet/>
      <dgm:spPr/>
      <dgm:t>
        <a:bodyPr/>
        <a:lstStyle/>
        <a:p>
          <a:endParaRPr lang="en-IN"/>
        </a:p>
      </dgm:t>
    </dgm:pt>
    <dgm:pt modelId="{192C33D3-9DCC-4CF4-AE84-8C2580D7B4BD}" type="sibTrans" cxnId="{2E7AE2C5-26A0-49DA-B07B-F645A6513A60}">
      <dgm:prSet/>
      <dgm:spPr/>
      <dgm:t>
        <a:bodyPr/>
        <a:lstStyle/>
        <a:p>
          <a:endParaRPr lang="en-IN"/>
        </a:p>
      </dgm:t>
    </dgm:pt>
    <dgm:pt modelId="{0FA5B7AF-5DEE-49B9-93FD-69D6FC2544FE}">
      <dgm:prSet/>
      <dgm:spPr>
        <a:solidFill>
          <a:srgbClr val="CCCCFF">
            <a:alpha val="50000"/>
          </a:srgbClr>
        </a:solidFill>
      </dgm:spPr>
      <dgm:t>
        <a:bodyPr/>
        <a:lstStyle/>
        <a:p>
          <a:r>
            <a:rPr lang="en-IN" b="0" dirty="0">
              <a:solidFill>
                <a:srgbClr val="7030A0"/>
              </a:solidFill>
            </a:rPr>
            <a:t>Cache-hit latency:0.12ms P50 (target 300ms)</a:t>
          </a:r>
          <a:endParaRPr lang="en-IN" dirty="0">
            <a:solidFill>
              <a:srgbClr val="7030A0"/>
            </a:solidFill>
          </a:endParaRPr>
        </a:p>
      </dgm:t>
    </dgm:pt>
    <dgm:pt modelId="{A8A020B9-64FE-4F4A-A84D-E3459F90F74D}" type="parTrans" cxnId="{6755918D-B951-4FF2-9A56-298ADB5CCC0B}">
      <dgm:prSet/>
      <dgm:spPr/>
      <dgm:t>
        <a:bodyPr/>
        <a:lstStyle/>
        <a:p>
          <a:endParaRPr lang="en-IN"/>
        </a:p>
      </dgm:t>
    </dgm:pt>
    <dgm:pt modelId="{2709B34E-5512-488C-8D57-F24E422E72F2}" type="sibTrans" cxnId="{6755918D-B951-4FF2-9A56-298ADB5CCC0B}">
      <dgm:prSet/>
      <dgm:spPr/>
      <dgm:t>
        <a:bodyPr/>
        <a:lstStyle/>
        <a:p>
          <a:endParaRPr lang="en-IN"/>
        </a:p>
      </dgm:t>
    </dgm:pt>
    <dgm:pt modelId="{6541F422-B4FC-4AF9-9E7E-3BEDE85F78B4}">
      <dgm:prSet/>
      <dgm:spPr>
        <a:solidFill>
          <a:srgbClr val="CCCCFF">
            <a:alpha val="50000"/>
          </a:srgbClr>
        </a:solidFill>
      </dgm:spPr>
      <dgm:t>
        <a:bodyPr/>
        <a:lstStyle/>
        <a:p>
          <a:r>
            <a:rPr lang="en-IN" b="0" dirty="0">
              <a:solidFill>
                <a:srgbClr val="7030A0"/>
              </a:solidFill>
            </a:rPr>
            <a:t>Cold-path latency:3.6ms P50 (target 8000ms)</a:t>
          </a:r>
          <a:endParaRPr lang="en-IN" dirty="0">
            <a:solidFill>
              <a:srgbClr val="7030A0"/>
            </a:solidFill>
          </a:endParaRPr>
        </a:p>
      </dgm:t>
    </dgm:pt>
    <dgm:pt modelId="{E94C1066-CB61-4D0E-819A-131B20620ED2}" type="parTrans" cxnId="{DCB50AEB-2E38-4F25-994F-0DCADE81F790}">
      <dgm:prSet/>
      <dgm:spPr/>
      <dgm:t>
        <a:bodyPr/>
        <a:lstStyle/>
        <a:p>
          <a:endParaRPr lang="en-IN"/>
        </a:p>
      </dgm:t>
    </dgm:pt>
    <dgm:pt modelId="{DF1A9479-78DD-4D61-B058-356220F8E92E}" type="sibTrans" cxnId="{DCB50AEB-2E38-4F25-994F-0DCADE81F790}">
      <dgm:prSet/>
      <dgm:spPr/>
      <dgm:t>
        <a:bodyPr/>
        <a:lstStyle/>
        <a:p>
          <a:endParaRPr lang="en-IN"/>
        </a:p>
      </dgm:t>
    </dgm:pt>
    <dgm:pt modelId="{F8C6DD90-6167-4604-B9AC-9593D18B9324}">
      <dgm:prSet/>
      <dgm:spPr>
        <a:solidFill>
          <a:srgbClr val="CCCCFF">
            <a:alpha val="50000"/>
          </a:srgbClr>
        </a:solidFill>
      </dgm:spPr>
      <dgm:t>
        <a:bodyPr/>
        <a:lstStyle/>
        <a:p>
          <a:r>
            <a:rPr lang="en-IN" b="1">
              <a:solidFill>
                <a:srgbClr val="7030A0"/>
              </a:solidFill>
            </a:rPr>
            <a:t>Known limitation</a:t>
          </a:r>
          <a:endParaRPr lang="en-IN">
            <a:solidFill>
              <a:srgbClr val="7030A0"/>
            </a:solidFill>
          </a:endParaRPr>
        </a:p>
      </dgm:t>
    </dgm:pt>
    <dgm:pt modelId="{CC893837-8EFB-4724-9DDA-11BAA293C895}" type="parTrans" cxnId="{7F362FF5-B150-4044-82CF-ED880536CA29}">
      <dgm:prSet/>
      <dgm:spPr/>
      <dgm:t>
        <a:bodyPr/>
        <a:lstStyle/>
        <a:p>
          <a:endParaRPr lang="en-IN"/>
        </a:p>
      </dgm:t>
    </dgm:pt>
    <dgm:pt modelId="{495268DB-E524-4B21-BA30-0ACCB32599EB}" type="sibTrans" cxnId="{7F362FF5-B150-4044-82CF-ED880536CA29}">
      <dgm:prSet/>
      <dgm:spPr/>
      <dgm:t>
        <a:bodyPr/>
        <a:lstStyle/>
        <a:p>
          <a:endParaRPr lang="en-IN"/>
        </a:p>
      </dgm:t>
    </dgm:pt>
    <dgm:pt modelId="{1BD7DD74-FECB-4CE0-97B8-72BFA01344F6}">
      <dgm:prSet/>
      <dgm:spPr>
        <a:solidFill>
          <a:srgbClr val="CCCCFF">
            <a:alpha val="50000"/>
          </a:srgbClr>
        </a:solidFill>
      </dgm:spPr>
      <dgm:t>
        <a:bodyPr/>
        <a:lstStyle/>
        <a:p>
          <a:r>
            <a:rPr lang="en-IN" b="0" dirty="0">
              <a:solidFill>
                <a:srgbClr val="7030A0"/>
              </a:solidFill>
            </a:rPr>
            <a:t>Cross-phrasing semantic cache hit rate: 11% measured vs. 80% target root-caused to TF-IDF's lexical-only similarity; fix is a real embedding model (isolated, one-file swap)</a:t>
          </a:r>
          <a:endParaRPr lang="en-IN" dirty="0">
            <a:solidFill>
              <a:srgbClr val="7030A0"/>
            </a:solidFill>
          </a:endParaRPr>
        </a:p>
      </dgm:t>
    </dgm:pt>
    <dgm:pt modelId="{DC12C8A7-1639-4CC3-B9A5-42557617685A}" type="parTrans" cxnId="{E87516B1-5594-435A-9EAB-55C29B574561}">
      <dgm:prSet/>
      <dgm:spPr/>
      <dgm:t>
        <a:bodyPr/>
        <a:lstStyle/>
        <a:p>
          <a:endParaRPr lang="en-IN"/>
        </a:p>
      </dgm:t>
    </dgm:pt>
    <dgm:pt modelId="{8087E68F-6421-4BDD-86D6-F776A5CE3148}" type="sibTrans" cxnId="{E87516B1-5594-435A-9EAB-55C29B574561}">
      <dgm:prSet/>
      <dgm:spPr/>
      <dgm:t>
        <a:bodyPr/>
        <a:lstStyle/>
        <a:p>
          <a:endParaRPr lang="en-IN"/>
        </a:p>
      </dgm:t>
    </dgm:pt>
    <dgm:pt modelId="{AEB7541E-200C-4A66-81FA-F54F576F172B}" type="pres">
      <dgm:prSet presAssocID="{BF83CD74-3BBD-4157-8B21-74F63CAD85A7}" presName="compositeShape" presStyleCnt="0">
        <dgm:presLayoutVars>
          <dgm:chMax val="7"/>
          <dgm:dir/>
          <dgm:resizeHandles val="exact"/>
        </dgm:presLayoutVars>
      </dgm:prSet>
      <dgm:spPr/>
    </dgm:pt>
    <dgm:pt modelId="{FB761519-4149-407B-9C35-F0039CBAEC64}" type="pres">
      <dgm:prSet presAssocID="{BD9E6646-2EB9-4D99-864C-CE0BFA75B319}" presName="circ1" presStyleLbl="vennNode1" presStyleIdx="0" presStyleCnt="3"/>
      <dgm:spPr/>
    </dgm:pt>
    <dgm:pt modelId="{F777D33E-5703-46AA-B11C-471B9E1D9EC7}" type="pres">
      <dgm:prSet presAssocID="{BD9E6646-2EB9-4D99-864C-CE0BFA75B319}" presName="circ1Tx" presStyleLbl="revTx" presStyleIdx="0" presStyleCnt="0">
        <dgm:presLayoutVars>
          <dgm:chMax val="0"/>
          <dgm:chPref val="0"/>
          <dgm:bulletEnabled val="1"/>
        </dgm:presLayoutVars>
      </dgm:prSet>
      <dgm:spPr/>
    </dgm:pt>
    <dgm:pt modelId="{60BE2A75-CF52-481E-A8CA-07706E2FD3F5}" type="pres">
      <dgm:prSet presAssocID="{5DB32FD7-E589-4847-8E4B-0D7D80C419E5}" presName="circ2" presStyleLbl="vennNode1" presStyleIdx="1" presStyleCnt="3"/>
      <dgm:spPr/>
    </dgm:pt>
    <dgm:pt modelId="{6BF0575B-A851-4C0A-AA8F-D11BDCA3487A}" type="pres">
      <dgm:prSet presAssocID="{5DB32FD7-E589-4847-8E4B-0D7D80C419E5}" presName="circ2Tx" presStyleLbl="revTx" presStyleIdx="0" presStyleCnt="0">
        <dgm:presLayoutVars>
          <dgm:chMax val="0"/>
          <dgm:chPref val="0"/>
          <dgm:bulletEnabled val="1"/>
        </dgm:presLayoutVars>
      </dgm:prSet>
      <dgm:spPr/>
    </dgm:pt>
    <dgm:pt modelId="{E8C4FF70-FAAE-4B57-B89B-EF6EC84A9577}" type="pres">
      <dgm:prSet presAssocID="{F8C6DD90-6167-4604-B9AC-9593D18B9324}" presName="circ3" presStyleLbl="vennNode1" presStyleIdx="2" presStyleCnt="3"/>
      <dgm:spPr/>
    </dgm:pt>
    <dgm:pt modelId="{65975B3B-3A39-4024-88BC-949E1460701D}" type="pres">
      <dgm:prSet presAssocID="{F8C6DD90-6167-4604-B9AC-9593D18B9324}" presName="circ3Tx" presStyleLbl="revTx" presStyleIdx="0" presStyleCnt="0">
        <dgm:presLayoutVars>
          <dgm:chMax val="0"/>
          <dgm:chPref val="0"/>
          <dgm:bulletEnabled val="1"/>
        </dgm:presLayoutVars>
      </dgm:prSet>
      <dgm:spPr/>
    </dgm:pt>
  </dgm:ptLst>
  <dgm:cxnLst>
    <dgm:cxn modelId="{EA5F6330-10A1-4C7B-9905-C68903D4E1BF}" srcId="{BD9E6646-2EB9-4D99-864C-CE0BFA75B319}" destId="{29853149-2A85-4709-83CF-F05B3D899053}" srcOrd="0" destOrd="0" parTransId="{7B390BF5-9695-47CC-A0D9-23A5E968E301}" sibTransId="{9EB3B6D7-ECC1-48DA-AD6E-798D8677BEE4}"/>
    <dgm:cxn modelId="{6EDF1A36-8F85-4B3C-A845-72ABF5D63EDD}" type="presOf" srcId="{BF83CD74-3BBD-4157-8B21-74F63CAD85A7}" destId="{AEB7541E-200C-4A66-81FA-F54F576F172B}" srcOrd="0" destOrd="0" presId="urn:microsoft.com/office/officeart/2005/8/layout/venn1"/>
    <dgm:cxn modelId="{DBC90639-C717-4B00-8B3E-212CB7A55459}" srcId="{BF83CD74-3BBD-4157-8B21-74F63CAD85A7}" destId="{BD9E6646-2EB9-4D99-864C-CE0BFA75B319}" srcOrd="0" destOrd="0" parTransId="{D134D5C3-FEBA-49D7-AAB4-FE2D30B6C9FC}" sibTransId="{BDC353EF-D15A-464D-A872-76987B9F6BA4}"/>
    <dgm:cxn modelId="{0E08955F-EBB1-4688-870B-53480911CBD5}" type="presOf" srcId="{5DB32FD7-E589-4847-8E4B-0D7D80C419E5}" destId="{60BE2A75-CF52-481E-A8CA-07706E2FD3F5}" srcOrd="0" destOrd="0" presId="urn:microsoft.com/office/officeart/2005/8/layout/venn1"/>
    <dgm:cxn modelId="{C4AFD166-EAAD-42A1-B794-84F49C5447D6}" srcId="{BD9E6646-2EB9-4D99-864C-CE0BFA75B319}" destId="{3826F1F0-F6F8-4833-81BC-BA32B4D17F44}" srcOrd="1" destOrd="0" parTransId="{31E942BA-1856-4001-BFF6-432184215558}" sibTransId="{B651BB28-8A3F-4B4A-8CA1-C764D10036CA}"/>
    <dgm:cxn modelId="{1B04BB4F-7A19-4AE4-9F38-7EE6ABE06161}" type="presOf" srcId="{29853149-2A85-4709-83CF-F05B3D899053}" destId="{F777D33E-5703-46AA-B11C-471B9E1D9EC7}" srcOrd="1" destOrd="1" presId="urn:microsoft.com/office/officeart/2005/8/layout/venn1"/>
    <dgm:cxn modelId="{58C8B975-51B3-4CB3-96DF-08BB0180D110}" type="presOf" srcId="{29853149-2A85-4709-83CF-F05B3D899053}" destId="{FB761519-4149-407B-9C35-F0039CBAEC64}" srcOrd="0" destOrd="1" presId="urn:microsoft.com/office/officeart/2005/8/layout/venn1"/>
    <dgm:cxn modelId="{0252E775-BB31-41B1-88DF-440418BB363D}" type="presOf" srcId="{7693E28F-45C4-48F9-AFE2-374764E17010}" destId="{6BF0575B-A851-4C0A-AA8F-D11BDCA3487A}" srcOrd="1" destOrd="1" presId="urn:microsoft.com/office/officeart/2005/8/layout/venn1"/>
    <dgm:cxn modelId="{B6579458-187F-4E09-A603-4921A6CF3B3F}" type="presOf" srcId="{F8C6DD90-6167-4604-B9AC-9593D18B9324}" destId="{E8C4FF70-FAAE-4B57-B89B-EF6EC84A9577}" srcOrd="0" destOrd="0" presId="urn:microsoft.com/office/officeart/2005/8/layout/venn1"/>
    <dgm:cxn modelId="{A372A159-403C-4643-BE16-C6F3A30EC320}" type="presOf" srcId="{F8C6DD90-6167-4604-B9AC-9593D18B9324}" destId="{65975B3B-3A39-4024-88BC-949E1460701D}" srcOrd="1" destOrd="0" presId="urn:microsoft.com/office/officeart/2005/8/layout/venn1"/>
    <dgm:cxn modelId="{6755918D-B951-4FF2-9A56-298ADB5CCC0B}" srcId="{5DB32FD7-E589-4847-8E4B-0D7D80C419E5}" destId="{0FA5B7AF-5DEE-49B9-93FD-69D6FC2544FE}" srcOrd="2" destOrd="0" parTransId="{A8A020B9-64FE-4F4A-A84D-E3459F90F74D}" sibTransId="{2709B34E-5512-488C-8D57-F24E422E72F2}"/>
    <dgm:cxn modelId="{77F01B93-FF95-46CB-84AD-E2DB8F0D27D1}" type="presOf" srcId="{3826F1F0-F6F8-4833-81BC-BA32B4D17F44}" destId="{FB761519-4149-407B-9C35-F0039CBAEC64}" srcOrd="0" destOrd="2" presId="urn:microsoft.com/office/officeart/2005/8/layout/venn1"/>
    <dgm:cxn modelId="{B8BC7E9F-4307-4987-AF33-8C1422B3EBA3}" type="presOf" srcId="{6541F422-B4FC-4AF9-9E7E-3BEDE85F78B4}" destId="{60BE2A75-CF52-481E-A8CA-07706E2FD3F5}" srcOrd="0" destOrd="4" presId="urn:microsoft.com/office/officeart/2005/8/layout/venn1"/>
    <dgm:cxn modelId="{9F7A97A1-11F1-480D-A947-19C6801C393E}" type="presOf" srcId="{7693E28F-45C4-48F9-AFE2-374764E17010}" destId="{60BE2A75-CF52-481E-A8CA-07706E2FD3F5}" srcOrd="0" destOrd="1" presId="urn:microsoft.com/office/officeart/2005/8/layout/venn1"/>
    <dgm:cxn modelId="{098F5CAA-3B5D-4601-AF10-44437882DAC6}" type="presOf" srcId="{B9379017-E4B6-4079-9D66-E60C9E7F40AD}" destId="{6BF0575B-A851-4C0A-AA8F-D11BDCA3487A}" srcOrd="1" destOrd="2" presId="urn:microsoft.com/office/officeart/2005/8/layout/venn1"/>
    <dgm:cxn modelId="{CE61C3AC-667A-4CAC-9867-10420BED6D03}" type="presOf" srcId="{B9379017-E4B6-4079-9D66-E60C9E7F40AD}" destId="{60BE2A75-CF52-481E-A8CA-07706E2FD3F5}" srcOrd="0" destOrd="2" presId="urn:microsoft.com/office/officeart/2005/8/layout/venn1"/>
    <dgm:cxn modelId="{4A0772AD-4600-49F3-A40C-70161631FA2A}" type="presOf" srcId="{6541F422-B4FC-4AF9-9E7E-3BEDE85F78B4}" destId="{6BF0575B-A851-4C0A-AA8F-D11BDCA3487A}" srcOrd="1" destOrd="4" presId="urn:microsoft.com/office/officeart/2005/8/layout/venn1"/>
    <dgm:cxn modelId="{E87516B1-5594-435A-9EAB-55C29B574561}" srcId="{F8C6DD90-6167-4604-B9AC-9593D18B9324}" destId="{1BD7DD74-FECB-4CE0-97B8-72BFA01344F6}" srcOrd="0" destOrd="0" parTransId="{DC12C8A7-1639-4CC3-B9A5-42557617685A}" sibTransId="{8087E68F-6421-4BDD-86D6-F776A5CE3148}"/>
    <dgm:cxn modelId="{9C0287B4-A938-4D05-A147-244BF614F7F6}" type="presOf" srcId="{1BD7DD74-FECB-4CE0-97B8-72BFA01344F6}" destId="{E8C4FF70-FAAE-4B57-B89B-EF6EC84A9577}" srcOrd="0" destOrd="1" presId="urn:microsoft.com/office/officeart/2005/8/layout/venn1"/>
    <dgm:cxn modelId="{55E85ABB-D9B5-48D6-A4C8-3857A73969CD}" type="presOf" srcId="{5DB32FD7-E589-4847-8E4B-0D7D80C419E5}" destId="{6BF0575B-A851-4C0A-AA8F-D11BDCA3487A}" srcOrd="1" destOrd="0" presId="urn:microsoft.com/office/officeart/2005/8/layout/venn1"/>
    <dgm:cxn modelId="{D186B6C1-189B-4032-9834-187DB31337AF}" type="presOf" srcId="{3826F1F0-F6F8-4833-81BC-BA32B4D17F44}" destId="{F777D33E-5703-46AA-B11C-471B9E1D9EC7}" srcOrd="1" destOrd="2" presId="urn:microsoft.com/office/officeart/2005/8/layout/venn1"/>
    <dgm:cxn modelId="{2E7AE2C5-26A0-49DA-B07B-F645A6513A60}" srcId="{5DB32FD7-E589-4847-8E4B-0D7D80C419E5}" destId="{B9379017-E4B6-4079-9D66-E60C9E7F40AD}" srcOrd="1" destOrd="0" parTransId="{5671F2AF-9C38-4F8C-B097-F82CBDC6D841}" sibTransId="{192C33D3-9DCC-4CF4-AE84-8C2580D7B4BD}"/>
    <dgm:cxn modelId="{2E473CD7-4186-43B9-B120-8427D55D74BA}" type="presOf" srcId="{BD9E6646-2EB9-4D99-864C-CE0BFA75B319}" destId="{FB761519-4149-407B-9C35-F0039CBAEC64}" srcOrd="0" destOrd="0" presId="urn:microsoft.com/office/officeart/2005/8/layout/venn1"/>
    <dgm:cxn modelId="{458255DC-7CDC-4AB0-A0F4-A86435C58B49}" type="presOf" srcId="{0FA5B7AF-5DEE-49B9-93FD-69D6FC2544FE}" destId="{6BF0575B-A851-4C0A-AA8F-D11BDCA3487A}" srcOrd="1" destOrd="3" presId="urn:microsoft.com/office/officeart/2005/8/layout/venn1"/>
    <dgm:cxn modelId="{E28B80DC-D0C1-4EF0-A541-D9B376E90F7C}" srcId="{5DB32FD7-E589-4847-8E4B-0D7D80C419E5}" destId="{7693E28F-45C4-48F9-AFE2-374764E17010}" srcOrd="0" destOrd="0" parTransId="{0CEF3F28-44CA-4B5B-96F9-BBDF6175D5BE}" sibTransId="{D7B5FA42-EDA7-495B-99A8-819F083ACA94}"/>
    <dgm:cxn modelId="{C7761DE0-B05E-427E-9F80-3FA066C602CF}" type="presOf" srcId="{1BD7DD74-FECB-4CE0-97B8-72BFA01344F6}" destId="{65975B3B-3A39-4024-88BC-949E1460701D}" srcOrd="1" destOrd="1" presId="urn:microsoft.com/office/officeart/2005/8/layout/venn1"/>
    <dgm:cxn modelId="{EA51F6E4-7E4C-4F80-B755-29EF09613062}" srcId="{BF83CD74-3BBD-4157-8B21-74F63CAD85A7}" destId="{5DB32FD7-E589-4847-8E4B-0D7D80C419E5}" srcOrd="1" destOrd="0" parTransId="{780C7DCB-D289-4779-937F-778D7397742F}" sibTransId="{BA2A1429-D670-4711-AA67-EC8DCCC88426}"/>
    <dgm:cxn modelId="{DCB50AEB-2E38-4F25-994F-0DCADE81F790}" srcId="{5DB32FD7-E589-4847-8E4B-0D7D80C419E5}" destId="{6541F422-B4FC-4AF9-9E7E-3BEDE85F78B4}" srcOrd="3" destOrd="0" parTransId="{E94C1066-CB61-4D0E-819A-131B20620ED2}" sibTransId="{DF1A9479-78DD-4D61-B058-356220F8E92E}"/>
    <dgm:cxn modelId="{94E32EEC-98C1-464A-AD75-E94555C07528}" type="presOf" srcId="{0FA5B7AF-5DEE-49B9-93FD-69D6FC2544FE}" destId="{60BE2A75-CF52-481E-A8CA-07706E2FD3F5}" srcOrd="0" destOrd="3" presId="urn:microsoft.com/office/officeart/2005/8/layout/venn1"/>
    <dgm:cxn modelId="{7F362FF5-B150-4044-82CF-ED880536CA29}" srcId="{BF83CD74-3BBD-4157-8B21-74F63CAD85A7}" destId="{F8C6DD90-6167-4604-B9AC-9593D18B9324}" srcOrd="2" destOrd="0" parTransId="{CC893837-8EFB-4724-9DDA-11BAA293C895}" sibTransId="{495268DB-E524-4B21-BA30-0ACCB32599EB}"/>
    <dgm:cxn modelId="{047294FA-91B0-4D32-B700-369A78682543}" type="presOf" srcId="{BD9E6646-2EB9-4D99-864C-CE0BFA75B319}" destId="{F777D33E-5703-46AA-B11C-471B9E1D9EC7}" srcOrd="1" destOrd="0" presId="urn:microsoft.com/office/officeart/2005/8/layout/venn1"/>
    <dgm:cxn modelId="{BB5D256E-865E-4B47-98DE-EAE314D67C27}" type="presParOf" srcId="{AEB7541E-200C-4A66-81FA-F54F576F172B}" destId="{FB761519-4149-407B-9C35-F0039CBAEC64}" srcOrd="0" destOrd="0" presId="urn:microsoft.com/office/officeart/2005/8/layout/venn1"/>
    <dgm:cxn modelId="{263C37DA-4982-4D4C-901E-F8BC000505D8}" type="presParOf" srcId="{AEB7541E-200C-4A66-81FA-F54F576F172B}" destId="{F777D33E-5703-46AA-B11C-471B9E1D9EC7}" srcOrd="1" destOrd="0" presId="urn:microsoft.com/office/officeart/2005/8/layout/venn1"/>
    <dgm:cxn modelId="{A94AB1A5-B501-4820-8358-05D6B19A4DCD}" type="presParOf" srcId="{AEB7541E-200C-4A66-81FA-F54F576F172B}" destId="{60BE2A75-CF52-481E-A8CA-07706E2FD3F5}" srcOrd="2" destOrd="0" presId="urn:microsoft.com/office/officeart/2005/8/layout/venn1"/>
    <dgm:cxn modelId="{56AC07B7-1C56-4233-9406-0093F523DC39}" type="presParOf" srcId="{AEB7541E-200C-4A66-81FA-F54F576F172B}" destId="{6BF0575B-A851-4C0A-AA8F-D11BDCA3487A}" srcOrd="3" destOrd="0" presId="urn:microsoft.com/office/officeart/2005/8/layout/venn1"/>
    <dgm:cxn modelId="{6E0C013E-7577-4463-94A3-1BD68C1D0F03}" type="presParOf" srcId="{AEB7541E-200C-4A66-81FA-F54F576F172B}" destId="{E8C4FF70-FAAE-4B57-B89B-EF6EC84A9577}" srcOrd="4" destOrd="0" presId="urn:microsoft.com/office/officeart/2005/8/layout/venn1"/>
    <dgm:cxn modelId="{C2D523B4-E885-496E-B5B7-7EAADCFB7E5B}" type="presParOf" srcId="{AEB7541E-200C-4A66-81FA-F54F576F172B}" destId="{65975B3B-3A39-4024-88BC-949E1460701D}"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C359518-5E11-4364-B5E8-E3DBB69322E0}"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IN"/>
        </a:p>
      </dgm:t>
    </dgm:pt>
    <dgm:pt modelId="{8CAEE9B0-36E1-49C2-9957-6EEFBCAFD9B1}">
      <dgm:prSet custT="1"/>
      <dgm:spPr>
        <a:solidFill>
          <a:srgbClr val="704EA6"/>
        </a:solidFill>
        <a:ln>
          <a:solidFill>
            <a:srgbClr val="CCCCFF"/>
          </a:solidFill>
        </a:ln>
      </dgm:spPr>
      <dgm:t>
        <a:bodyPr/>
        <a:lstStyle/>
        <a:p>
          <a:r>
            <a:rPr lang="en-IN" sz="2000" b="1" dirty="0"/>
            <a:t>How the system improves ?</a:t>
          </a:r>
          <a:endParaRPr lang="en-IN" sz="2000" dirty="0"/>
        </a:p>
      </dgm:t>
    </dgm:pt>
    <dgm:pt modelId="{C613DFDD-7ADB-4A79-809E-064DA135DFBB}" type="parTrans" cxnId="{6BF02BE1-7EF1-45C4-9F05-B58E47554606}">
      <dgm:prSet/>
      <dgm:spPr/>
      <dgm:t>
        <a:bodyPr/>
        <a:lstStyle/>
        <a:p>
          <a:endParaRPr lang="en-IN"/>
        </a:p>
      </dgm:t>
    </dgm:pt>
    <dgm:pt modelId="{E51E92B1-76DB-4DBA-AD91-65C04FB2821E}" type="sibTrans" cxnId="{6BF02BE1-7EF1-45C4-9F05-B58E47554606}">
      <dgm:prSet/>
      <dgm:spPr>
        <a:solidFill>
          <a:srgbClr val="CCCCFF"/>
        </a:solidFill>
      </dgm:spPr>
      <dgm:t>
        <a:bodyPr/>
        <a:lstStyle/>
        <a:p>
          <a:endParaRPr lang="en-IN"/>
        </a:p>
      </dgm:t>
    </dgm:pt>
    <dgm:pt modelId="{B16559E0-B015-49A5-B881-CA8F685439E7}">
      <dgm:prSet custT="1"/>
      <dgm:spPr>
        <a:solidFill>
          <a:srgbClr val="704EA6"/>
        </a:solidFill>
      </dgm:spPr>
      <dgm:t>
        <a:bodyPr/>
        <a:lstStyle/>
        <a:p>
          <a:r>
            <a:rPr lang="en-IN" sz="1400" b="1" dirty="0">
              <a:solidFill>
                <a:schemeClr val="bg1"/>
              </a:solidFill>
            </a:rPr>
            <a:t>1. User Interaction</a:t>
          </a:r>
          <a:endParaRPr lang="en-IN" sz="1400" dirty="0">
            <a:solidFill>
              <a:schemeClr val="bg1"/>
            </a:solidFill>
          </a:endParaRPr>
        </a:p>
      </dgm:t>
    </dgm:pt>
    <dgm:pt modelId="{899726AE-1EB4-4F00-9109-33CADE6912AD}" type="parTrans" cxnId="{B09F505F-54E6-4D03-B3A5-FA362C897D81}">
      <dgm:prSet/>
      <dgm:spPr/>
      <dgm:t>
        <a:bodyPr/>
        <a:lstStyle/>
        <a:p>
          <a:endParaRPr lang="en-IN"/>
        </a:p>
      </dgm:t>
    </dgm:pt>
    <dgm:pt modelId="{2363DAD8-6E7E-4C63-8583-C57B2AF201AF}" type="sibTrans" cxnId="{B09F505F-54E6-4D03-B3A5-FA362C897D81}">
      <dgm:prSet/>
      <dgm:spPr>
        <a:solidFill>
          <a:srgbClr val="CCCCFF"/>
        </a:solidFill>
      </dgm:spPr>
      <dgm:t>
        <a:bodyPr/>
        <a:lstStyle/>
        <a:p>
          <a:endParaRPr lang="en-IN"/>
        </a:p>
      </dgm:t>
    </dgm:pt>
    <dgm:pt modelId="{68B6BD0F-3ADF-414E-89C4-DE20FBB4D58F}">
      <dgm:prSet custT="1"/>
      <dgm:spPr>
        <a:solidFill>
          <a:srgbClr val="704EA6"/>
        </a:solidFill>
      </dgm:spPr>
      <dgm:t>
        <a:bodyPr/>
        <a:lstStyle/>
        <a:p>
          <a:r>
            <a:rPr lang="en-IN" sz="1100" dirty="0">
              <a:solidFill>
                <a:schemeClr val="bg1"/>
              </a:solidFill>
            </a:rPr>
            <a:t>Customer describes the problem </a:t>
          </a:r>
        </a:p>
      </dgm:t>
    </dgm:pt>
    <dgm:pt modelId="{060F00E8-61DA-48B8-802D-BEABDB158DAE}" type="parTrans" cxnId="{D76D983B-ED23-486B-880A-7FAAAE33AA84}">
      <dgm:prSet/>
      <dgm:spPr/>
      <dgm:t>
        <a:bodyPr/>
        <a:lstStyle/>
        <a:p>
          <a:endParaRPr lang="en-IN"/>
        </a:p>
      </dgm:t>
    </dgm:pt>
    <dgm:pt modelId="{7A201A2E-6D66-4B36-B1A1-D8066A0968D9}" type="sibTrans" cxnId="{D76D983B-ED23-486B-880A-7FAAAE33AA84}">
      <dgm:prSet/>
      <dgm:spPr/>
      <dgm:t>
        <a:bodyPr/>
        <a:lstStyle/>
        <a:p>
          <a:endParaRPr lang="en-IN"/>
        </a:p>
      </dgm:t>
    </dgm:pt>
    <dgm:pt modelId="{AE5A3B6C-FAF5-4266-B166-9AE620E473F3}">
      <dgm:prSet custT="1"/>
      <dgm:spPr>
        <a:solidFill>
          <a:srgbClr val="704EA6"/>
        </a:solidFill>
      </dgm:spPr>
      <dgm:t>
        <a:bodyPr/>
        <a:lstStyle/>
        <a:p>
          <a:r>
            <a:rPr lang="en-IN" sz="1100" dirty="0">
              <a:solidFill>
                <a:schemeClr val="bg1"/>
              </a:solidFill>
            </a:rPr>
            <a:t>AI provides troubleshooting steps </a:t>
          </a:r>
        </a:p>
      </dgm:t>
    </dgm:pt>
    <dgm:pt modelId="{4B8BBA5B-281F-4512-8D66-004B3B1A1582}" type="parTrans" cxnId="{3F650BFC-C6E5-4ED6-A701-4D98894FDD34}">
      <dgm:prSet/>
      <dgm:spPr/>
      <dgm:t>
        <a:bodyPr/>
        <a:lstStyle/>
        <a:p>
          <a:endParaRPr lang="en-IN"/>
        </a:p>
      </dgm:t>
    </dgm:pt>
    <dgm:pt modelId="{1CD29710-A76B-4F2F-A62C-91C0AD70BA5D}" type="sibTrans" cxnId="{3F650BFC-C6E5-4ED6-A701-4D98894FDD34}">
      <dgm:prSet/>
      <dgm:spPr/>
      <dgm:t>
        <a:bodyPr/>
        <a:lstStyle/>
        <a:p>
          <a:endParaRPr lang="en-IN"/>
        </a:p>
      </dgm:t>
    </dgm:pt>
    <dgm:pt modelId="{A2E04BBC-1D15-43AF-BB36-EA21B9A58757}">
      <dgm:prSet custT="1"/>
      <dgm:spPr>
        <a:solidFill>
          <a:srgbClr val="704EA6"/>
        </a:solidFill>
      </dgm:spPr>
      <dgm:t>
        <a:bodyPr/>
        <a:lstStyle/>
        <a:p>
          <a:r>
            <a:rPr lang="en-IN" sz="1400" b="1" dirty="0"/>
            <a:t>2. Resolution Feedback</a:t>
          </a:r>
          <a:endParaRPr lang="en-IN" sz="1400" dirty="0"/>
        </a:p>
      </dgm:t>
    </dgm:pt>
    <dgm:pt modelId="{EB3C352C-8DB2-40D3-AB88-438963A21E8E}" type="parTrans" cxnId="{B4EDF5F3-0FB9-4A68-BDED-4F75DAEB0324}">
      <dgm:prSet/>
      <dgm:spPr/>
      <dgm:t>
        <a:bodyPr/>
        <a:lstStyle/>
        <a:p>
          <a:endParaRPr lang="en-IN"/>
        </a:p>
      </dgm:t>
    </dgm:pt>
    <dgm:pt modelId="{587AC98B-1AFF-41C0-A4C3-52BABA0D8D46}" type="sibTrans" cxnId="{B4EDF5F3-0FB9-4A68-BDED-4F75DAEB0324}">
      <dgm:prSet/>
      <dgm:spPr>
        <a:solidFill>
          <a:srgbClr val="CCCCFF"/>
        </a:solidFill>
      </dgm:spPr>
      <dgm:t>
        <a:bodyPr/>
        <a:lstStyle/>
        <a:p>
          <a:endParaRPr lang="en-IN"/>
        </a:p>
      </dgm:t>
    </dgm:pt>
    <dgm:pt modelId="{2B03A2EC-0484-4B0C-9339-2A0B3DF66A82}">
      <dgm:prSet custT="1"/>
      <dgm:spPr>
        <a:solidFill>
          <a:srgbClr val="704EA6"/>
        </a:solidFill>
      </dgm:spPr>
      <dgm:t>
        <a:bodyPr/>
        <a:lstStyle/>
        <a:p>
          <a:r>
            <a:rPr lang="en-IN" sz="1100"/>
            <a:t>Solved </a:t>
          </a:r>
        </a:p>
      </dgm:t>
    </dgm:pt>
    <dgm:pt modelId="{CA4712B6-8FCB-4E08-A0D7-3D594D604B67}" type="parTrans" cxnId="{7E368ED6-3A4C-482C-BE38-3A8CB29D210B}">
      <dgm:prSet/>
      <dgm:spPr/>
      <dgm:t>
        <a:bodyPr/>
        <a:lstStyle/>
        <a:p>
          <a:endParaRPr lang="en-IN"/>
        </a:p>
      </dgm:t>
    </dgm:pt>
    <dgm:pt modelId="{C014ED68-5C1A-4C3C-A1F4-059A92A1138A}" type="sibTrans" cxnId="{7E368ED6-3A4C-482C-BE38-3A8CB29D210B}">
      <dgm:prSet/>
      <dgm:spPr/>
      <dgm:t>
        <a:bodyPr/>
        <a:lstStyle/>
        <a:p>
          <a:endParaRPr lang="en-IN"/>
        </a:p>
      </dgm:t>
    </dgm:pt>
    <dgm:pt modelId="{F573127D-B56C-49DE-A6D5-FE5A19C989A8}">
      <dgm:prSet custT="1"/>
      <dgm:spPr>
        <a:solidFill>
          <a:srgbClr val="704EA6"/>
        </a:solidFill>
      </dgm:spPr>
      <dgm:t>
        <a:bodyPr/>
        <a:lstStyle/>
        <a:p>
          <a:r>
            <a:rPr lang="en-IN" sz="1100" dirty="0"/>
            <a:t>Not solved </a:t>
          </a:r>
        </a:p>
      </dgm:t>
    </dgm:pt>
    <dgm:pt modelId="{1DDF883C-2E30-4320-AB0B-E2848F709C4F}" type="parTrans" cxnId="{1C8D1D6D-94BD-4C94-BB50-22C0A8461995}">
      <dgm:prSet/>
      <dgm:spPr/>
      <dgm:t>
        <a:bodyPr/>
        <a:lstStyle/>
        <a:p>
          <a:endParaRPr lang="en-IN"/>
        </a:p>
      </dgm:t>
    </dgm:pt>
    <dgm:pt modelId="{C920713B-313C-4C12-84DF-FE40B537DC39}" type="sibTrans" cxnId="{1C8D1D6D-94BD-4C94-BB50-22C0A8461995}">
      <dgm:prSet/>
      <dgm:spPr/>
      <dgm:t>
        <a:bodyPr/>
        <a:lstStyle/>
        <a:p>
          <a:endParaRPr lang="en-IN"/>
        </a:p>
      </dgm:t>
    </dgm:pt>
    <dgm:pt modelId="{A5CFBB5F-BC98-4DCC-9994-4318603A6C85}">
      <dgm:prSet custT="1"/>
      <dgm:spPr>
        <a:solidFill>
          <a:srgbClr val="704EA6"/>
        </a:solidFill>
      </dgm:spPr>
      <dgm:t>
        <a:bodyPr/>
        <a:lstStyle/>
        <a:p>
          <a:r>
            <a:rPr lang="en-IN" sz="1100" dirty="0"/>
            <a:t>Tried another solution </a:t>
          </a:r>
        </a:p>
      </dgm:t>
    </dgm:pt>
    <dgm:pt modelId="{6E019AF4-5850-4D63-9A39-538B2564C5A4}" type="parTrans" cxnId="{F8CCFA39-1F94-415E-9D19-5DE03A62BA94}">
      <dgm:prSet/>
      <dgm:spPr/>
      <dgm:t>
        <a:bodyPr/>
        <a:lstStyle/>
        <a:p>
          <a:endParaRPr lang="en-IN"/>
        </a:p>
      </dgm:t>
    </dgm:pt>
    <dgm:pt modelId="{A4FB9F4B-B64B-41F3-8D2F-4436536611E4}" type="sibTrans" cxnId="{F8CCFA39-1F94-415E-9D19-5DE03A62BA94}">
      <dgm:prSet/>
      <dgm:spPr/>
      <dgm:t>
        <a:bodyPr/>
        <a:lstStyle/>
        <a:p>
          <a:endParaRPr lang="en-IN"/>
        </a:p>
      </dgm:t>
    </dgm:pt>
    <dgm:pt modelId="{F20DF8AF-CA63-4AA9-A43F-C85D0DB221B6}">
      <dgm:prSet custT="1"/>
      <dgm:spPr>
        <a:solidFill>
          <a:srgbClr val="704EA6"/>
        </a:solidFill>
      </dgm:spPr>
      <dgm:t>
        <a:bodyPr/>
        <a:lstStyle/>
        <a:p>
          <a:r>
            <a:rPr lang="en-IN" sz="1200" b="1"/>
            <a:t>3. Experience Capture</a:t>
          </a:r>
          <a:endParaRPr lang="en-IN" sz="1200"/>
        </a:p>
      </dgm:t>
    </dgm:pt>
    <dgm:pt modelId="{1748E60E-8431-4CD3-B642-236DD715A97C}" type="parTrans" cxnId="{9AB12D27-4EBA-43FA-AB5F-EB2943CC6EA2}">
      <dgm:prSet/>
      <dgm:spPr/>
      <dgm:t>
        <a:bodyPr/>
        <a:lstStyle/>
        <a:p>
          <a:endParaRPr lang="en-IN"/>
        </a:p>
      </dgm:t>
    </dgm:pt>
    <dgm:pt modelId="{409B1CF9-61BA-4105-8E5D-D49EA6B78762}" type="sibTrans" cxnId="{9AB12D27-4EBA-43FA-AB5F-EB2943CC6EA2}">
      <dgm:prSet/>
      <dgm:spPr>
        <a:solidFill>
          <a:srgbClr val="CCCCFF"/>
        </a:solidFill>
      </dgm:spPr>
      <dgm:t>
        <a:bodyPr/>
        <a:lstStyle/>
        <a:p>
          <a:endParaRPr lang="en-IN"/>
        </a:p>
      </dgm:t>
    </dgm:pt>
    <dgm:pt modelId="{6BDBC572-DDCB-45E9-8377-87B0A7B85BB4}">
      <dgm:prSet custT="1"/>
      <dgm:spPr>
        <a:solidFill>
          <a:srgbClr val="704EA6"/>
        </a:solidFill>
      </dgm:spPr>
      <dgm:t>
        <a:bodyPr/>
        <a:lstStyle/>
        <a:p>
          <a:r>
            <a:rPr lang="en-IN" sz="1050" dirty="0"/>
            <a:t>Was the response useful? </a:t>
          </a:r>
        </a:p>
      </dgm:t>
    </dgm:pt>
    <dgm:pt modelId="{C908C092-B934-49F1-BC40-CA5C8B47B996}" type="parTrans" cxnId="{A86C8931-188E-4FDC-942C-1901333D8AE3}">
      <dgm:prSet/>
      <dgm:spPr/>
      <dgm:t>
        <a:bodyPr/>
        <a:lstStyle/>
        <a:p>
          <a:endParaRPr lang="en-IN"/>
        </a:p>
      </dgm:t>
    </dgm:pt>
    <dgm:pt modelId="{600D1B32-DAC8-47E6-81B4-436A4D3E1E63}" type="sibTrans" cxnId="{A86C8931-188E-4FDC-942C-1901333D8AE3}">
      <dgm:prSet/>
      <dgm:spPr/>
      <dgm:t>
        <a:bodyPr/>
        <a:lstStyle/>
        <a:p>
          <a:endParaRPr lang="en-IN"/>
        </a:p>
      </dgm:t>
    </dgm:pt>
    <dgm:pt modelId="{BF418FAF-C436-4A06-907B-E1B612723C49}">
      <dgm:prSet custT="1"/>
      <dgm:spPr>
        <a:solidFill>
          <a:srgbClr val="704EA6"/>
        </a:solidFill>
      </dgm:spPr>
      <dgm:t>
        <a:bodyPr/>
        <a:lstStyle/>
        <a:p>
          <a:r>
            <a:rPr lang="en-IN" sz="1050" dirty="0"/>
            <a:t>Did the customer need additional help? </a:t>
          </a:r>
        </a:p>
      </dgm:t>
    </dgm:pt>
    <dgm:pt modelId="{3E7B30AA-E336-42C5-94A7-F0459EEA9078}" type="parTrans" cxnId="{1CC4269C-06E5-4084-BC17-6D2F9A9F642D}">
      <dgm:prSet/>
      <dgm:spPr/>
      <dgm:t>
        <a:bodyPr/>
        <a:lstStyle/>
        <a:p>
          <a:endParaRPr lang="en-IN"/>
        </a:p>
      </dgm:t>
    </dgm:pt>
    <dgm:pt modelId="{11BC8B22-5741-442D-BDD0-2EDC4F4EAD12}" type="sibTrans" cxnId="{1CC4269C-06E5-4084-BC17-6D2F9A9F642D}">
      <dgm:prSet/>
      <dgm:spPr/>
      <dgm:t>
        <a:bodyPr/>
        <a:lstStyle/>
        <a:p>
          <a:endParaRPr lang="en-IN"/>
        </a:p>
      </dgm:t>
    </dgm:pt>
    <dgm:pt modelId="{F430DAAC-02F3-42E5-A37A-96AD17396EE8}">
      <dgm:prSet custT="1"/>
      <dgm:spPr>
        <a:solidFill>
          <a:srgbClr val="704EA6"/>
        </a:solidFill>
      </dgm:spPr>
      <dgm:t>
        <a:bodyPr/>
        <a:lstStyle/>
        <a:p>
          <a:r>
            <a:rPr lang="en-IN" sz="1050" b="1" dirty="0"/>
            <a:t>4. Learning Layer</a:t>
          </a:r>
          <a:endParaRPr lang="en-IN" sz="1050" dirty="0"/>
        </a:p>
      </dgm:t>
    </dgm:pt>
    <dgm:pt modelId="{8FFB9DF6-914B-4706-BC4E-8798A14A8696}" type="parTrans" cxnId="{906E3ABB-E149-4C9A-A396-167D85E09F33}">
      <dgm:prSet/>
      <dgm:spPr/>
      <dgm:t>
        <a:bodyPr/>
        <a:lstStyle/>
        <a:p>
          <a:endParaRPr lang="en-IN"/>
        </a:p>
      </dgm:t>
    </dgm:pt>
    <dgm:pt modelId="{32150DF5-BBF1-4161-BF24-C649EE585C83}" type="sibTrans" cxnId="{906E3ABB-E149-4C9A-A396-167D85E09F33}">
      <dgm:prSet/>
      <dgm:spPr>
        <a:solidFill>
          <a:srgbClr val="CCCCFF"/>
        </a:solidFill>
      </dgm:spPr>
      <dgm:t>
        <a:bodyPr/>
        <a:lstStyle/>
        <a:p>
          <a:endParaRPr lang="en-IN"/>
        </a:p>
      </dgm:t>
    </dgm:pt>
    <dgm:pt modelId="{9FA2DA61-5F51-4882-BE19-7BDFC298B6CE}">
      <dgm:prSet custT="1"/>
      <dgm:spPr>
        <a:solidFill>
          <a:srgbClr val="704EA6"/>
        </a:solidFill>
      </dgm:spPr>
      <dgm:t>
        <a:bodyPr/>
        <a:lstStyle/>
        <a:p>
          <a:r>
            <a:rPr lang="en-IN" sz="900"/>
            <a:t>Identifies recurring failure patterns</a:t>
          </a:r>
        </a:p>
      </dgm:t>
    </dgm:pt>
    <dgm:pt modelId="{925BB8D3-C906-4995-A58E-369102B24E1A}" type="parTrans" cxnId="{12CB5638-4F5C-4C3E-B07E-AA68BA263062}">
      <dgm:prSet/>
      <dgm:spPr/>
      <dgm:t>
        <a:bodyPr/>
        <a:lstStyle/>
        <a:p>
          <a:endParaRPr lang="en-IN"/>
        </a:p>
      </dgm:t>
    </dgm:pt>
    <dgm:pt modelId="{027243AF-492C-441F-BF3D-82CF5B597634}" type="sibTrans" cxnId="{12CB5638-4F5C-4C3E-B07E-AA68BA263062}">
      <dgm:prSet/>
      <dgm:spPr/>
      <dgm:t>
        <a:bodyPr/>
        <a:lstStyle/>
        <a:p>
          <a:endParaRPr lang="en-IN"/>
        </a:p>
      </dgm:t>
    </dgm:pt>
    <dgm:pt modelId="{CC3FAC6D-AD9E-484F-80EC-8C4F44D94953}">
      <dgm:prSet custT="1"/>
      <dgm:spPr>
        <a:solidFill>
          <a:srgbClr val="704EA6"/>
        </a:solidFill>
      </dgm:spPr>
      <dgm:t>
        <a:bodyPr/>
        <a:lstStyle/>
        <a:p>
          <a:r>
            <a:rPr lang="en-IN" sz="1600" b="1"/>
            <a:t>5. Future Response</a:t>
          </a:r>
          <a:endParaRPr lang="en-IN" sz="1600"/>
        </a:p>
      </dgm:t>
    </dgm:pt>
    <dgm:pt modelId="{9AE553FC-0694-4AB5-8D31-5B78A0F27391}" type="parTrans" cxnId="{C7B1693F-72DB-4A23-B8B8-2A10A847C333}">
      <dgm:prSet/>
      <dgm:spPr/>
      <dgm:t>
        <a:bodyPr/>
        <a:lstStyle/>
        <a:p>
          <a:endParaRPr lang="en-IN"/>
        </a:p>
      </dgm:t>
    </dgm:pt>
    <dgm:pt modelId="{A163CF1A-91A7-4DE0-9B36-3C35C4FD33DA}" type="sibTrans" cxnId="{C7B1693F-72DB-4A23-B8B8-2A10A847C333}">
      <dgm:prSet/>
      <dgm:spPr/>
      <dgm:t>
        <a:bodyPr/>
        <a:lstStyle/>
        <a:p>
          <a:endParaRPr lang="en-IN"/>
        </a:p>
      </dgm:t>
    </dgm:pt>
    <dgm:pt modelId="{AFCA737E-01FB-4882-ADCC-A04A731CB790}">
      <dgm:prSet custT="1"/>
      <dgm:spPr>
        <a:solidFill>
          <a:srgbClr val="704EA6"/>
        </a:solidFill>
      </dgm:spPr>
      <dgm:t>
        <a:bodyPr/>
        <a:lstStyle/>
        <a:p>
          <a:r>
            <a:rPr lang="en-IN" sz="1200" dirty="0"/>
            <a:t>Similar future queries receive more relevant troubleshooting guidance</a:t>
          </a:r>
        </a:p>
      </dgm:t>
    </dgm:pt>
    <dgm:pt modelId="{D050F5DB-8388-4075-8A5D-5E2F3C091970}" type="parTrans" cxnId="{11110697-C165-4C20-B7E0-088BD8E0C1DC}">
      <dgm:prSet/>
      <dgm:spPr/>
      <dgm:t>
        <a:bodyPr/>
        <a:lstStyle/>
        <a:p>
          <a:endParaRPr lang="en-IN"/>
        </a:p>
      </dgm:t>
    </dgm:pt>
    <dgm:pt modelId="{E8E89D1E-3569-4D22-90C2-8378E8F97F45}" type="sibTrans" cxnId="{11110697-C165-4C20-B7E0-088BD8E0C1DC}">
      <dgm:prSet/>
      <dgm:spPr/>
      <dgm:t>
        <a:bodyPr/>
        <a:lstStyle/>
        <a:p>
          <a:endParaRPr lang="en-IN"/>
        </a:p>
      </dgm:t>
    </dgm:pt>
    <dgm:pt modelId="{B097D8D9-BB0D-4EFE-83DE-955016DBC513}">
      <dgm:prSet custT="1"/>
      <dgm:spPr>
        <a:solidFill>
          <a:srgbClr val="704EA6"/>
        </a:solidFill>
      </dgm:spPr>
      <dgm:t>
        <a:bodyPr/>
        <a:lstStyle/>
        <a:p>
          <a:r>
            <a:rPr lang="en-IN" sz="900"/>
            <a:t>Improves future response generation </a:t>
          </a:r>
        </a:p>
      </dgm:t>
    </dgm:pt>
    <dgm:pt modelId="{FD4E7F17-5DB9-4F4F-B92B-74A2233E57BF}" type="parTrans" cxnId="{96173F9C-7EC7-4896-9387-84F1FBB25B91}">
      <dgm:prSet/>
      <dgm:spPr/>
      <dgm:t>
        <a:bodyPr/>
        <a:lstStyle/>
        <a:p>
          <a:endParaRPr lang="en-IN"/>
        </a:p>
      </dgm:t>
    </dgm:pt>
    <dgm:pt modelId="{21D34833-2FFB-44A6-95B2-CE9E6AB60251}" type="sibTrans" cxnId="{96173F9C-7EC7-4896-9387-84F1FBB25B91}">
      <dgm:prSet/>
      <dgm:spPr/>
      <dgm:t>
        <a:bodyPr/>
        <a:lstStyle/>
        <a:p>
          <a:endParaRPr lang="en-IN"/>
        </a:p>
      </dgm:t>
    </dgm:pt>
    <dgm:pt modelId="{9CC08C4D-20B6-4771-B26B-91639BACA597}" type="pres">
      <dgm:prSet presAssocID="{4C359518-5E11-4364-B5E8-E3DBB69322E0}" presName="diagram" presStyleCnt="0">
        <dgm:presLayoutVars>
          <dgm:dir/>
          <dgm:resizeHandles val="exact"/>
        </dgm:presLayoutVars>
      </dgm:prSet>
      <dgm:spPr/>
    </dgm:pt>
    <dgm:pt modelId="{5979A74E-A378-4C47-A445-F9375A3F1922}" type="pres">
      <dgm:prSet presAssocID="{8CAEE9B0-36E1-49C2-9957-6EEFBCAFD9B1}" presName="node" presStyleLbl="node1" presStyleIdx="0" presStyleCnt="6">
        <dgm:presLayoutVars>
          <dgm:bulletEnabled val="1"/>
        </dgm:presLayoutVars>
      </dgm:prSet>
      <dgm:spPr/>
    </dgm:pt>
    <dgm:pt modelId="{BAD306D3-5CF0-49AA-9A25-4F2EF528AAF4}" type="pres">
      <dgm:prSet presAssocID="{E51E92B1-76DB-4DBA-AD91-65C04FB2821E}" presName="sibTrans" presStyleLbl="sibTrans2D1" presStyleIdx="0" presStyleCnt="5"/>
      <dgm:spPr/>
    </dgm:pt>
    <dgm:pt modelId="{49EDF4DD-8747-413D-969B-9BEC54C5662A}" type="pres">
      <dgm:prSet presAssocID="{E51E92B1-76DB-4DBA-AD91-65C04FB2821E}" presName="connectorText" presStyleLbl="sibTrans2D1" presStyleIdx="0" presStyleCnt="5"/>
      <dgm:spPr/>
    </dgm:pt>
    <dgm:pt modelId="{4B30BBE0-84BB-4C8B-B13A-4459B0800325}" type="pres">
      <dgm:prSet presAssocID="{B16559E0-B015-49A5-B881-CA8F685439E7}" presName="node" presStyleLbl="node1" presStyleIdx="1" presStyleCnt="6">
        <dgm:presLayoutVars>
          <dgm:bulletEnabled val="1"/>
        </dgm:presLayoutVars>
      </dgm:prSet>
      <dgm:spPr/>
    </dgm:pt>
    <dgm:pt modelId="{1142247D-251C-4843-BC5F-C4F79F3C40E4}" type="pres">
      <dgm:prSet presAssocID="{2363DAD8-6E7E-4C63-8583-C57B2AF201AF}" presName="sibTrans" presStyleLbl="sibTrans2D1" presStyleIdx="1" presStyleCnt="5"/>
      <dgm:spPr/>
    </dgm:pt>
    <dgm:pt modelId="{1A53CABD-AD98-4039-B4CD-A3851AB3808E}" type="pres">
      <dgm:prSet presAssocID="{2363DAD8-6E7E-4C63-8583-C57B2AF201AF}" presName="connectorText" presStyleLbl="sibTrans2D1" presStyleIdx="1" presStyleCnt="5"/>
      <dgm:spPr/>
    </dgm:pt>
    <dgm:pt modelId="{205C1703-D8D5-49E0-994C-48F291027819}" type="pres">
      <dgm:prSet presAssocID="{A2E04BBC-1D15-43AF-BB36-EA21B9A58757}" presName="node" presStyleLbl="node1" presStyleIdx="2" presStyleCnt="6">
        <dgm:presLayoutVars>
          <dgm:bulletEnabled val="1"/>
        </dgm:presLayoutVars>
      </dgm:prSet>
      <dgm:spPr/>
    </dgm:pt>
    <dgm:pt modelId="{3690B94C-D595-4356-8C4D-B35317ED487C}" type="pres">
      <dgm:prSet presAssocID="{587AC98B-1AFF-41C0-A4C3-52BABA0D8D46}" presName="sibTrans" presStyleLbl="sibTrans2D1" presStyleIdx="2" presStyleCnt="5"/>
      <dgm:spPr/>
    </dgm:pt>
    <dgm:pt modelId="{49738BE1-837E-4472-A106-C810EE71C69F}" type="pres">
      <dgm:prSet presAssocID="{587AC98B-1AFF-41C0-A4C3-52BABA0D8D46}" presName="connectorText" presStyleLbl="sibTrans2D1" presStyleIdx="2" presStyleCnt="5"/>
      <dgm:spPr/>
    </dgm:pt>
    <dgm:pt modelId="{15376D55-474E-48FE-9562-3423A7CA4B1A}" type="pres">
      <dgm:prSet presAssocID="{F20DF8AF-CA63-4AA9-A43F-C85D0DB221B6}" presName="node" presStyleLbl="node1" presStyleIdx="3" presStyleCnt="6">
        <dgm:presLayoutVars>
          <dgm:bulletEnabled val="1"/>
        </dgm:presLayoutVars>
      </dgm:prSet>
      <dgm:spPr/>
    </dgm:pt>
    <dgm:pt modelId="{2CD190E3-7D95-47C8-A87C-65AE9CBCBBF5}" type="pres">
      <dgm:prSet presAssocID="{409B1CF9-61BA-4105-8E5D-D49EA6B78762}" presName="sibTrans" presStyleLbl="sibTrans2D1" presStyleIdx="3" presStyleCnt="5"/>
      <dgm:spPr/>
    </dgm:pt>
    <dgm:pt modelId="{A1C23EAB-EF92-4130-A432-88361EFE9440}" type="pres">
      <dgm:prSet presAssocID="{409B1CF9-61BA-4105-8E5D-D49EA6B78762}" presName="connectorText" presStyleLbl="sibTrans2D1" presStyleIdx="3" presStyleCnt="5"/>
      <dgm:spPr/>
    </dgm:pt>
    <dgm:pt modelId="{F1EA034D-D63B-4A7E-9453-E9B295B1049D}" type="pres">
      <dgm:prSet presAssocID="{F430DAAC-02F3-42E5-A37A-96AD17396EE8}" presName="node" presStyleLbl="node1" presStyleIdx="4" presStyleCnt="6">
        <dgm:presLayoutVars>
          <dgm:bulletEnabled val="1"/>
        </dgm:presLayoutVars>
      </dgm:prSet>
      <dgm:spPr/>
    </dgm:pt>
    <dgm:pt modelId="{7603D39D-08EF-4A5E-A82E-75275D690FDB}" type="pres">
      <dgm:prSet presAssocID="{32150DF5-BBF1-4161-BF24-C649EE585C83}" presName="sibTrans" presStyleLbl="sibTrans2D1" presStyleIdx="4" presStyleCnt="5"/>
      <dgm:spPr/>
    </dgm:pt>
    <dgm:pt modelId="{E9A7CB8D-F708-4293-B61D-B5118B556692}" type="pres">
      <dgm:prSet presAssocID="{32150DF5-BBF1-4161-BF24-C649EE585C83}" presName="connectorText" presStyleLbl="sibTrans2D1" presStyleIdx="4" presStyleCnt="5"/>
      <dgm:spPr/>
    </dgm:pt>
    <dgm:pt modelId="{5F675C62-ECB2-4544-A96A-DF122C1BBD7E}" type="pres">
      <dgm:prSet presAssocID="{CC3FAC6D-AD9E-484F-80EC-8C4F44D94953}" presName="node" presStyleLbl="node1" presStyleIdx="5" presStyleCnt="6">
        <dgm:presLayoutVars>
          <dgm:bulletEnabled val="1"/>
        </dgm:presLayoutVars>
      </dgm:prSet>
      <dgm:spPr/>
    </dgm:pt>
  </dgm:ptLst>
  <dgm:cxnLst>
    <dgm:cxn modelId="{E532E608-6EDD-4BF3-9123-EF8E056C7950}" type="presOf" srcId="{587AC98B-1AFF-41C0-A4C3-52BABA0D8D46}" destId="{3690B94C-D595-4356-8C4D-B35317ED487C}" srcOrd="0" destOrd="0" presId="urn:microsoft.com/office/officeart/2005/8/layout/process5"/>
    <dgm:cxn modelId="{2255FC0F-7566-4076-932E-8767E0A92966}" type="presOf" srcId="{6BDBC572-DDCB-45E9-8377-87B0A7B85BB4}" destId="{15376D55-474E-48FE-9562-3423A7CA4B1A}" srcOrd="0" destOrd="1" presId="urn:microsoft.com/office/officeart/2005/8/layout/process5"/>
    <dgm:cxn modelId="{DA896313-AAAE-44C1-BFA2-DF116C4B7DB5}" type="presOf" srcId="{8CAEE9B0-36E1-49C2-9957-6EEFBCAFD9B1}" destId="{5979A74E-A378-4C47-A445-F9375A3F1922}" srcOrd="0" destOrd="0" presId="urn:microsoft.com/office/officeart/2005/8/layout/process5"/>
    <dgm:cxn modelId="{9AB12D27-4EBA-43FA-AB5F-EB2943CC6EA2}" srcId="{4C359518-5E11-4364-B5E8-E3DBB69322E0}" destId="{F20DF8AF-CA63-4AA9-A43F-C85D0DB221B6}" srcOrd="3" destOrd="0" parTransId="{1748E60E-8431-4CD3-B642-236DD715A97C}" sibTransId="{409B1CF9-61BA-4105-8E5D-D49EA6B78762}"/>
    <dgm:cxn modelId="{A86C8931-188E-4FDC-942C-1901333D8AE3}" srcId="{F20DF8AF-CA63-4AA9-A43F-C85D0DB221B6}" destId="{6BDBC572-DDCB-45E9-8377-87B0A7B85BB4}" srcOrd="0" destOrd="0" parTransId="{C908C092-B934-49F1-BC40-CA5C8B47B996}" sibTransId="{600D1B32-DAC8-47E6-81B4-436A4D3E1E63}"/>
    <dgm:cxn modelId="{12CB5638-4F5C-4C3E-B07E-AA68BA263062}" srcId="{F430DAAC-02F3-42E5-A37A-96AD17396EE8}" destId="{9FA2DA61-5F51-4882-BE19-7BDFC298B6CE}" srcOrd="0" destOrd="0" parTransId="{925BB8D3-C906-4995-A58E-369102B24E1A}" sibTransId="{027243AF-492C-441F-BF3D-82CF5B597634}"/>
    <dgm:cxn modelId="{65E3C338-1169-4774-9F6D-2F8681127FFF}" type="presOf" srcId="{32150DF5-BBF1-4161-BF24-C649EE585C83}" destId="{E9A7CB8D-F708-4293-B61D-B5118B556692}" srcOrd="1" destOrd="0" presId="urn:microsoft.com/office/officeart/2005/8/layout/process5"/>
    <dgm:cxn modelId="{F8CCFA39-1F94-415E-9D19-5DE03A62BA94}" srcId="{A2E04BBC-1D15-43AF-BB36-EA21B9A58757}" destId="{A5CFBB5F-BC98-4DCC-9994-4318603A6C85}" srcOrd="2" destOrd="0" parTransId="{6E019AF4-5850-4D63-9A39-538B2564C5A4}" sibTransId="{A4FB9F4B-B64B-41F3-8D2F-4436536611E4}"/>
    <dgm:cxn modelId="{D76D983B-ED23-486B-880A-7FAAAE33AA84}" srcId="{B16559E0-B015-49A5-B881-CA8F685439E7}" destId="{68B6BD0F-3ADF-414E-89C4-DE20FBB4D58F}" srcOrd="0" destOrd="0" parTransId="{060F00E8-61DA-48B8-802D-BEABDB158DAE}" sibTransId="{7A201A2E-6D66-4B36-B1A1-D8066A0968D9}"/>
    <dgm:cxn modelId="{DF6B6A3D-CB63-4460-8E0A-784FBB520AA0}" type="presOf" srcId="{409B1CF9-61BA-4105-8E5D-D49EA6B78762}" destId="{A1C23EAB-EF92-4130-A432-88361EFE9440}" srcOrd="1" destOrd="0" presId="urn:microsoft.com/office/officeart/2005/8/layout/process5"/>
    <dgm:cxn modelId="{F1B5EF3E-3790-4E81-B776-437C774E6434}" type="presOf" srcId="{B16559E0-B015-49A5-B881-CA8F685439E7}" destId="{4B30BBE0-84BB-4C8B-B13A-4459B0800325}" srcOrd="0" destOrd="0" presId="urn:microsoft.com/office/officeart/2005/8/layout/process5"/>
    <dgm:cxn modelId="{C7B1693F-72DB-4A23-B8B8-2A10A847C333}" srcId="{4C359518-5E11-4364-B5E8-E3DBB69322E0}" destId="{CC3FAC6D-AD9E-484F-80EC-8C4F44D94953}" srcOrd="5" destOrd="0" parTransId="{9AE553FC-0694-4AB5-8D31-5B78A0F27391}" sibTransId="{A163CF1A-91A7-4DE0-9B36-3C35C4FD33DA}"/>
    <dgm:cxn modelId="{1191F55B-205C-45EE-B5C6-5086C5321BF7}" type="presOf" srcId="{E51E92B1-76DB-4DBA-AD91-65C04FB2821E}" destId="{49EDF4DD-8747-413D-969B-9BEC54C5662A}" srcOrd="1" destOrd="0" presId="urn:microsoft.com/office/officeart/2005/8/layout/process5"/>
    <dgm:cxn modelId="{B09F505F-54E6-4D03-B3A5-FA362C897D81}" srcId="{4C359518-5E11-4364-B5E8-E3DBB69322E0}" destId="{B16559E0-B015-49A5-B881-CA8F685439E7}" srcOrd="1" destOrd="0" parTransId="{899726AE-1EB4-4F00-9109-33CADE6912AD}" sibTransId="{2363DAD8-6E7E-4C63-8583-C57B2AF201AF}"/>
    <dgm:cxn modelId="{41233B61-73B7-40DC-AFF8-0262C4ACD459}" type="presOf" srcId="{2363DAD8-6E7E-4C63-8583-C57B2AF201AF}" destId="{1A53CABD-AD98-4039-B4CD-A3851AB3808E}" srcOrd="1" destOrd="0" presId="urn:microsoft.com/office/officeart/2005/8/layout/process5"/>
    <dgm:cxn modelId="{89663548-3B42-40F9-96FE-ABAF3CF6824B}" type="presOf" srcId="{A5CFBB5F-BC98-4DCC-9994-4318603A6C85}" destId="{205C1703-D8D5-49E0-994C-48F291027819}" srcOrd="0" destOrd="3" presId="urn:microsoft.com/office/officeart/2005/8/layout/process5"/>
    <dgm:cxn modelId="{1C8D1D6D-94BD-4C94-BB50-22C0A8461995}" srcId="{A2E04BBC-1D15-43AF-BB36-EA21B9A58757}" destId="{F573127D-B56C-49DE-A6D5-FE5A19C989A8}" srcOrd="1" destOrd="0" parTransId="{1DDF883C-2E30-4320-AB0B-E2848F709C4F}" sibTransId="{C920713B-313C-4C12-84DF-FE40B537DC39}"/>
    <dgm:cxn modelId="{700C4E6D-2148-455F-8754-7A68B0DDAB6E}" type="presOf" srcId="{F573127D-B56C-49DE-A6D5-FE5A19C989A8}" destId="{205C1703-D8D5-49E0-994C-48F291027819}" srcOrd="0" destOrd="2" presId="urn:microsoft.com/office/officeart/2005/8/layout/process5"/>
    <dgm:cxn modelId="{5E559B4F-E15C-4A2C-A3B4-1EA73EEA460C}" type="presOf" srcId="{2B03A2EC-0484-4B0C-9339-2A0B3DF66A82}" destId="{205C1703-D8D5-49E0-994C-48F291027819}" srcOrd="0" destOrd="1" presId="urn:microsoft.com/office/officeart/2005/8/layout/process5"/>
    <dgm:cxn modelId="{08539B53-4C89-4FAA-8D70-E186D52A7CB7}" type="presOf" srcId="{AFCA737E-01FB-4882-ADCC-A04A731CB790}" destId="{5F675C62-ECB2-4544-A96A-DF122C1BBD7E}" srcOrd="0" destOrd="1" presId="urn:microsoft.com/office/officeart/2005/8/layout/process5"/>
    <dgm:cxn modelId="{F3590A55-BD67-4210-AF1D-F822CC7922CC}" type="presOf" srcId="{68B6BD0F-3ADF-414E-89C4-DE20FBB4D58F}" destId="{4B30BBE0-84BB-4C8B-B13A-4459B0800325}" srcOrd="0" destOrd="1" presId="urn:microsoft.com/office/officeart/2005/8/layout/process5"/>
    <dgm:cxn modelId="{F2747155-FEAF-4D90-9575-EF4246B2FED1}" type="presOf" srcId="{E51E92B1-76DB-4DBA-AD91-65C04FB2821E}" destId="{BAD306D3-5CF0-49AA-9A25-4F2EF528AAF4}" srcOrd="0" destOrd="0" presId="urn:microsoft.com/office/officeart/2005/8/layout/process5"/>
    <dgm:cxn modelId="{9C1DC555-4DB5-499F-AB24-DF1B043046C3}" type="presOf" srcId="{AE5A3B6C-FAF5-4266-B166-9AE620E473F3}" destId="{4B30BBE0-84BB-4C8B-B13A-4459B0800325}" srcOrd="0" destOrd="2" presId="urn:microsoft.com/office/officeart/2005/8/layout/process5"/>
    <dgm:cxn modelId="{E78FCB85-66F9-4491-AC05-C818E047CD75}" type="presOf" srcId="{2363DAD8-6E7E-4C63-8583-C57B2AF201AF}" destId="{1142247D-251C-4843-BC5F-C4F79F3C40E4}" srcOrd="0" destOrd="0" presId="urn:microsoft.com/office/officeart/2005/8/layout/process5"/>
    <dgm:cxn modelId="{11110697-C165-4C20-B7E0-088BD8E0C1DC}" srcId="{CC3FAC6D-AD9E-484F-80EC-8C4F44D94953}" destId="{AFCA737E-01FB-4882-ADCC-A04A731CB790}" srcOrd="0" destOrd="0" parTransId="{D050F5DB-8388-4075-8A5D-5E2F3C091970}" sibTransId="{E8E89D1E-3569-4D22-90C2-8378E8F97F45}"/>
    <dgm:cxn modelId="{39CFEB99-E5F1-4FC9-BB0E-7C78C19C1383}" type="presOf" srcId="{CC3FAC6D-AD9E-484F-80EC-8C4F44D94953}" destId="{5F675C62-ECB2-4544-A96A-DF122C1BBD7E}" srcOrd="0" destOrd="0" presId="urn:microsoft.com/office/officeart/2005/8/layout/process5"/>
    <dgm:cxn modelId="{1CC4269C-06E5-4084-BC17-6D2F9A9F642D}" srcId="{F20DF8AF-CA63-4AA9-A43F-C85D0DB221B6}" destId="{BF418FAF-C436-4A06-907B-E1B612723C49}" srcOrd="1" destOrd="0" parTransId="{3E7B30AA-E336-42C5-94A7-F0459EEA9078}" sibTransId="{11BC8B22-5741-442D-BDD0-2EDC4F4EAD12}"/>
    <dgm:cxn modelId="{96173F9C-7EC7-4896-9387-84F1FBB25B91}" srcId="{F430DAAC-02F3-42E5-A37A-96AD17396EE8}" destId="{B097D8D9-BB0D-4EFE-83DE-955016DBC513}" srcOrd="1" destOrd="0" parTransId="{FD4E7F17-5DB9-4F4F-B92B-74A2233E57BF}" sibTransId="{21D34833-2FFB-44A6-95B2-CE9E6AB60251}"/>
    <dgm:cxn modelId="{A581DDA0-7EC9-42CA-A3F5-FFD23C6E8064}" type="presOf" srcId="{587AC98B-1AFF-41C0-A4C3-52BABA0D8D46}" destId="{49738BE1-837E-4472-A106-C810EE71C69F}" srcOrd="1" destOrd="0" presId="urn:microsoft.com/office/officeart/2005/8/layout/process5"/>
    <dgm:cxn modelId="{906E3ABB-E149-4C9A-A396-167D85E09F33}" srcId="{4C359518-5E11-4364-B5E8-E3DBB69322E0}" destId="{F430DAAC-02F3-42E5-A37A-96AD17396EE8}" srcOrd="4" destOrd="0" parTransId="{8FFB9DF6-914B-4706-BC4E-8798A14A8696}" sibTransId="{32150DF5-BBF1-4161-BF24-C649EE585C83}"/>
    <dgm:cxn modelId="{4AA8EEBE-91E8-4C33-9C20-2B7848330F43}" type="presOf" srcId="{B097D8D9-BB0D-4EFE-83DE-955016DBC513}" destId="{F1EA034D-D63B-4A7E-9453-E9B295B1049D}" srcOrd="0" destOrd="2" presId="urn:microsoft.com/office/officeart/2005/8/layout/process5"/>
    <dgm:cxn modelId="{24071CBF-0975-40CD-BBAC-748B19489870}" type="presOf" srcId="{9FA2DA61-5F51-4882-BE19-7BDFC298B6CE}" destId="{F1EA034D-D63B-4A7E-9453-E9B295B1049D}" srcOrd="0" destOrd="1" presId="urn:microsoft.com/office/officeart/2005/8/layout/process5"/>
    <dgm:cxn modelId="{667D39C0-852C-4201-80C9-7EB1DDE0B1F4}" type="presOf" srcId="{A2E04BBC-1D15-43AF-BB36-EA21B9A58757}" destId="{205C1703-D8D5-49E0-994C-48F291027819}" srcOrd="0" destOrd="0" presId="urn:microsoft.com/office/officeart/2005/8/layout/process5"/>
    <dgm:cxn modelId="{D06480C4-F7C5-49A7-BFCC-0491ED5DA542}" type="presOf" srcId="{BF418FAF-C436-4A06-907B-E1B612723C49}" destId="{15376D55-474E-48FE-9562-3423A7CA4B1A}" srcOrd="0" destOrd="2" presId="urn:microsoft.com/office/officeart/2005/8/layout/process5"/>
    <dgm:cxn modelId="{AA77EACC-DFFB-49AE-9CC9-4CD13BD6DDED}" type="presOf" srcId="{4C359518-5E11-4364-B5E8-E3DBB69322E0}" destId="{9CC08C4D-20B6-4771-B26B-91639BACA597}" srcOrd="0" destOrd="0" presId="urn:microsoft.com/office/officeart/2005/8/layout/process5"/>
    <dgm:cxn modelId="{F47CC1D3-32C0-4126-BBD6-38641277AE49}" type="presOf" srcId="{32150DF5-BBF1-4161-BF24-C649EE585C83}" destId="{7603D39D-08EF-4A5E-A82E-75275D690FDB}" srcOrd="0" destOrd="0" presId="urn:microsoft.com/office/officeart/2005/8/layout/process5"/>
    <dgm:cxn modelId="{7E368ED6-3A4C-482C-BE38-3A8CB29D210B}" srcId="{A2E04BBC-1D15-43AF-BB36-EA21B9A58757}" destId="{2B03A2EC-0484-4B0C-9339-2A0B3DF66A82}" srcOrd="0" destOrd="0" parTransId="{CA4712B6-8FCB-4E08-A0D7-3D594D604B67}" sibTransId="{C014ED68-5C1A-4C3C-A1F4-059A92A1138A}"/>
    <dgm:cxn modelId="{11F884D7-7F47-45C4-99D3-95C97653FEED}" type="presOf" srcId="{F20DF8AF-CA63-4AA9-A43F-C85D0DB221B6}" destId="{15376D55-474E-48FE-9562-3423A7CA4B1A}" srcOrd="0" destOrd="0" presId="urn:microsoft.com/office/officeart/2005/8/layout/process5"/>
    <dgm:cxn modelId="{6BF02BE1-7EF1-45C4-9F05-B58E47554606}" srcId="{4C359518-5E11-4364-B5E8-E3DBB69322E0}" destId="{8CAEE9B0-36E1-49C2-9957-6EEFBCAFD9B1}" srcOrd="0" destOrd="0" parTransId="{C613DFDD-7ADB-4A79-809E-064DA135DFBB}" sibTransId="{E51E92B1-76DB-4DBA-AD91-65C04FB2821E}"/>
    <dgm:cxn modelId="{9686DFE4-A59B-4950-B27D-C6DEE8856112}" type="presOf" srcId="{409B1CF9-61BA-4105-8E5D-D49EA6B78762}" destId="{2CD190E3-7D95-47C8-A87C-65AE9CBCBBF5}" srcOrd="0" destOrd="0" presId="urn:microsoft.com/office/officeart/2005/8/layout/process5"/>
    <dgm:cxn modelId="{63F10DE5-7D26-4CE9-8DC5-4838E91223A5}" type="presOf" srcId="{F430DAAC-02F3-42E5-A37A-96AD17396EE8}" destId="{F1EA034D-D63B-4A7E-9453-E9B295B1049D}" srcOrd="0" destOrd="0" presId="urn:microsoft.com/office/officeart/2005/8/layout/process5"/>
    <dgm:cxn modelId="{B4EDF5F3-0FB9-4A68-BDED-4F75DAEB0324}" srcId="{4C359518-5E11-4364-B5E8-E3DBB69322E0}" destId="{A2E04BBC-1D15-43AF-BB36-EA21B9A58757}" srcOrd="2" destOrd="0" parTransId="{EB3C352C-8DB2-40D3-AB88-438963A21E8E}" sibTransId="{587AC98B-1AFF-41C0-A4C3-52BABA0D8D46}"/>
    <dgm:cxn modelId="{3F650BFC-C6E5-4ED6-A701-4D98894FDD34}" srcId="{B16559E0-B015-49A5-B881-CA8F685439E7}" destId="{AE5A3B6C-FAF5-4266-B166-9AE620E473F3}" srcOrd="1" destOrd="0" parTransId="{4B8BBA5B-281F-4512-8D66-004B3B1A1582}" sibTransId="{1CD29710-A76B-4F2F-A62C-91C0AD70BA5D}"/>
    <dgm:cxn modelId="{F327229C-1956-48A5-A6BE-C5C3C7082A43}" type="presParOf" srcId="{9CC08C4D-20B6-4771-B26B-91639BACA597}" destId="{5979A74E-A378-4C47-A445-F9375A3F1922}" srcOrd="0" destOrd="0" presId="urn:microsoft.com/office/officeart/2005/8/layout/process5"/>
    <dgm:cxn modelId="{0B89AA8D-2433-4B1F-8886-FA2D1AB0A747}" type="presParOf" srcId="{9CC08C4D-20B6-4771-B26B-91639BACA597}" destId="{BAD306D3-5CF0-49AA-9A25-4F2EF528AAF4}" srcOrd="1" destOrd="0" presId="urn:microsoft.com/office/officeart/2005/8/layout/process5"/>
    <dgm:cxn modelId="{E54D4A18-68AD-4854-8AAB-0992B380CD09}" type="presParOf" srcId="{BAD306D3-5CF0-49AA-9A25-4F2EF528AAF4}" destId="{49EDF4DD-8747-413D-969B-9BEC54C5662A}" srcOrd="0" destOrd="0" presId="urn:microsoft.com/office/officeart/2005/8/layout/process5"/>
    <dgm:cxn modelId="{577AD7D8-EAB2-450F-88F3-F02DCF82C3FC}" type="presParOf" srcId="{9CC08C4D-20B6-4771-B26B-91639BACA597}" destId="{4B30BBE0-84BB-4C8B-B13A-4459B0800325}" srcOrd="2" destOrd="0" presId="urn:microsoft.com/office/officeart/2005/8/layout/process5"/>
    <dgm:cxn modelId="{A35FACB6-4A27-4167-835B-7AF0DA340617}" type="presParOf" srcId="{9CC08C4D-20B6-4771-B26B-91639BACA597}" destId="{1142247D-251C-4843-BC5F-C4F79F3C40E4}" srcOrd="3" destOrd="0" presId="urn:microsoft.com/office/officeart/2005/8/layout/process5"/>
    <dgm:cxn modelId="{14064FDC-3361-41F8-8175-F9E98B70CE46}" type="presParOf" srcId="{1142247D-251C-4843-BC5F-C4F79F3C40E4}" destId="{1A53CABD-AD98-4039-B4CD-A3851AB3808E}" srcOrd="0" destOrd="0" presId="urn:microsoft.com/office/officeart/2005/8/layout/process5"/>
    <dgm:cxn modelId="{9852608B-175F-445E-A18F-7A19226B00C6}" type="presParOf" srcId="{9CC08C4D-20B6-4771-B26B-91639BACA597}" destId="{205C1703-D8D5-49E0-994C-48F291027819}" srcOrd="4" destOrd="0" presId="urn:microsoft.com/office/officeart/2005/8/layout/process5"/>
    <dgm:cxn modelId="{5765122F-5F61-4380-984F-9140B89D4623}" type="presParOf" srcId="{9CC08C4D-20B6-4771-B26B-91639BACA597}" destId="{3690B94C-D595-4356-8C4D-B35317ED487C}" srcOrd="5" destOrd="0" presId="urn:microsoft.com/office/officeart/2005/8/layout/process5"/>
    <dgm:cxn modelId="{1B06D740-9031-4814-8C9B-8F7EB1A0DDE1}" type="presParOf" srcId="{3690B94C-D595-4356-8C4D-B35317ED487C}" destId="{49738BE1-837E-4472-A106-C810EE71C69F}" srcOrd="0" destOrd="0" presId="urn:microsoft.com/office/officeart/2005/8/layout/process5"/>
    <dgm:cxn modelId="{BD14624D-09B0-4BB6-8D89-C86C3FCD7596}" type="presParOf" srcId="{9CC08C4D-20B6-4771-B26B-91639BACA597}" destId="{15376D55-474E-48FE-9562-3423A7CA4B1A}" srcOrd="6" destOrd="0" presId="urn:microsoft.com/office/officeart/2005/8/layout/process5"/>
    <dgm:cxn modelId="{C17AA497-2F03-4FE6-B99C-93E4A6142E32}" type="presParOf" srcId="{9CC08C4D-20B6-4771-B26B-91639BACA597}" destId="{2CD190E3-7D95-47C8-A87C-65AE9CBCBBF5}" srcOrd="7" destOrd="0" presId="urn:microsoft.com/office/officeart/2005/8/layout/process5"/>
    <dgm:cxn modelId="{C64B49B7-881E-43B2-A2A6-5668CC18FDD6}" type="presParOf" srcId="{2CD190E3-7D95-47C8-A87C-65AE9CBCBBF5}" destId="{A1C23EAB-EF92-4130-A432-88361EFE9440}" srcOrd="0" destOrd="0" presId="urn:microsoft.com/office/officeart/2005/8/layout/process5"/>
    <dgm:cxn modelId="{05475FED-C67E-4B36-9664-44013D4E6FC2}" type="presParOf" srcId="{9CC08C4D-20B6-4771-B26B-91639BACA597}" destId="{F1EA034D-D63B-4A7E-9453-E9B295B1049D}" srcOrd="8" destOrd="0" presId="urn:microsoft.com/office/officeart/2005/8/layout/process5"/>
    <dgm:cxn modelId="{898D371E-6D43-428D-B233-801B108DE277}" type="presParOf" srcId="{9CC08C4D-20B6-4771-B26B-91639BACA597}" destId="{7603D39D-08EF-4A5E-A82E-75275D690FDB}" srcOrd="9" destOrd="0" presId="urn:microsoft.com/office/officeart/2005/8/layout/process5"/>
    <dgm:cxn modelId="{14DF517A-E094-4D47-8D84-966338DA583E}" type="presParOf" srcId="{7603D39D-08EF-4A5E-A82E-75275D690FDB}" destId="{E9A7CB8D-F708-4293-B61D-B5118B556692}" srcOrd="0" destOrd="0" presId="urn:microsoft.com/office/officeart/2005/8/layout/process5"/>
    <dgm:cxn modelId="{A234598E-0243-4B87-AB1F-5D38BDDCD833}" type="presParOf" srcId="{9CC08C4D-20B6-4771-B26B-91639BACA597}" destId="{5F675C62-ECB2-4544-A96A-DF122C1BBD7E}" srcOrd="10" destOrd="0" presId="urn:microsoft.com/office/officeart/2005/8/layout/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C564934-BB6F-4BB9-8631-1EFC0CF7F0EC}" type="doc">
      <dgm:prSet loTypeId="urn:microsoft.com/office/officeart/2024/layout/NumberedLinearArrowProcess" loCatId="process" qsTypeId="urn:microsoft.com/office/officeart/2005/8/quickstyle/simple1" qsCatId="simple" csTypeId="urn:microsoft.com/office/officeart/2005/8/colors/accent1_2" csCatId="accent1" phldr="1"/>
      <dgm:spPr/>
      <dgm:t>
        <a:bodyPr/>
        <a:lstStyle/>
        <a:p>
          <a:endParaRPr lang="en-IN"/>
        </a:p>
      </dgm:t>
    </dgm:pt>
    <dgm:pt modelId="{1004AC75-D6CB-425A-9550-AEAA4ABFD063}">
      <dgm:prSet custT="1"/>
      <dgm:spPr>
        <a:ln>
          <a:solidFill>
            <a:srgbClr val="7030A0"/>
          </a:solidFill>
        </a:ln>
      </dgm:spPr>
      <dgm:t>
        <a:bodyPr/>
        <a:lstStyle/>
        <a:p>
          <a:endParaRPr lang="en-IN" sz="1600" b="0" dirty="0"/>
        </a:p>
        <a:p>
          <a:r>
            <a:rPr lang="en-IN" sz="1600" b="0" dirty="0"/>
            <a:t>Swap TF-IDF for a real sentence-embedding model to close the semantic cache gap (highest-leverage next step)</a:t>
          </a:r>
          <a:endParaRPr lang="en-IN" sz="1600" dirty="0"/>
        </a:p>
      </dgm:t>
    </dgm:pt>
    <dgm:pt modelId="{373273CE-AF06-4B6F-9E94-8A762C57B3AB}" type="parTrans" cxnId="{35A2DC7C-DBA3-44C4-8643-A71788FDEB40}">
      <dgm:prSet/>
      <dgm:spPr/>
      <dgm:t>
        <a:bodyPr/>
        <a:lstStyle/>
        <a:p>
          <a:endParaRPr lang="en-IN"/>
        </a:p>
      </dgm:t>
    </dgm:pt>
    <dgm:pt modelId="{84FDD96D-3499-415A-9521-C4BE93A6FE71}" type="sibTrans" cxnId="{35A2DC7C-DBA3-44C4-8643-A71788FDEB40}">
      <dgm:prSet phldrT="1" phldr="0"/>
      <dgm:spPr>
        <a:solidFill>
          <a:srgbClr val="7030A0"/>
        </a:solidFill>
        <a:ln>
          <a:solidFill>
            <a:srgbClr val="7030A0"/>
          </a:solidFill>
        </a:ln>
      </dgm:spPr>
      <dgm:t>
        <a:bodyPr/>
        <a:lstStyle/>
        <a:p>
          <a:r>
            <a:rPr lang="en-IN"/>
            <a:t>1</a:t>
          </a:r>
        </a:p>
      </dgm:t>
    </dgm:pt>
    <dgm:pt modelId="{AF0A682A-57D5-426A-9A89-577ADF4251C6}">
      <dgm:prSet custT="1"/>
      <dgm:spPr>
        <a:ln>
          <a:solidFill>
            <a:srgbClr val="7030A0"/>
          </a:solidFill>
        </a:ln>
      </dgm:spPr>
      <dgm:t>
        <a:bodyPr/>
        <a:lstStyle/>
        <a:p>
          <a:endParaRPr lang="en-IN" sz="1600" b="0" dirty="0"/>
        </a:p>
        <a:p>
          <a:r>
            <a:rPr lang="en-IN" sz="1600" b="0" dirty="0"/>
            <a:t>Scale the deep link index for the 10k+ scenario production target (approximate nearest-neighbour store)</a:t>
          </a:r>
          <a:endParaRPr lang="en-IN" sz="1600" dirty="0"/>
        </a:p>
      </dgm:t>
    </dgm:pt>
    <dgm:pt modelId="{42625B55-C94E-42B7-A1B5-6D18E975AABA}" type="parTrans" cxnId="{6B12E110-F569-42BF-8140-8C94DB64FBEF}">
      <dgm:prSet/>
      <dgm:spPr/>
      <dgm:t>
        <a:bodyPr/>
        <a:lstStyle/>
        <a:p>
          <a:endParaRPr lang="en-IN"/>
        </a:p>
      </dgm:t>
    </dgm:pt>
    <dgm:pt modelId="{0F7D7787-69E1-46C6-9C0E-101A670E0C9D}" type="sibTrans" cxnId="{6B12E110-F569-42BF-8140-8C94DB64FBEF}">
      <dgm:prSet phldrT="2" phldr="0"/>
      <dgm:spPr>
        <a:solidFill>
          <a:srgbClr val="7030A0"/>
        </a:solidFill>
        <a:ln>
          <a:solidFill>
            <a:srgbClr val="7030A0"/>
          </a:solidFill>
        </a:ln>
      </dgm:spPr>
      <dgm:t>
        <a:bodyPr/>
        <a:lstStyle/>
        <a:p>
          <a:r>
            <a:rPr lang="en-IN"/>
            <a:t>2</a:t>
          </a:r>
        </a:p>
      </dgm:t>
    </dgm:pt>
    <dgm:pt modelId="{BE56039C-8EFC-4969-B601-13DD82198558}">
      <dgm:prSet custT="1"/>
      <dgm:spPr>
        <a:ln>
          <a:solidFill>
            <a:srgbClr val="7030A0"/>
          </a:solidFill>
        </a:ln>
      </dgm:spPr>
      <dgm:t>
        <a:bodyPr/>
        <a:lstStyle/>
        <a:p>
          <a:endParaRPr lang="en-IN" sz="1600" b="0" dirty="0"/>
        </a:p>
        <a:p>
          <a:r>
            <a:rPr lang="en-IN" sz="1600" b="0" dirty="0"/>
            <a:t>LLM assisted rewrite pass on action descriptions, still programmatically validated afterward</a:t>
          </a:r>
          <a:endParaRPr lang="en-IN" sz="1600" dirty="0"/>
        </a:p>
      </dgm:t>
    </dgm:pt>
    <dgm:pt modelId="{C20579B4-A239-4522-89A0-ED2CA8AD2838}" type="parTrans" cxnId="{0E9BC8A4-1CEA-4156-8432-778359BE3DC3}">
      <dgm:prSet/>
      <dgm:spPr/>
      <dgm:t>
        <a:bodyPr/>
        <a:lstStyle/>
        <a:p>
          <a:endParaRPr lang="en-IN"/>
        </a:p>
      </dgm:t>
    </dgm:pt>
    <dgm:pt modelId="{A8195024-8997-4AE4-BE9D-D7D41504F5DA}" type="sibTrans" cxnId="{0E9BC8A4-1CEA-4156-8432-778359BE3DC3}">
      <dgm:prSet phldrT="3" phldr="0"/>
      <dgm:spPr>
        <a:solidFill>
          <a:srgbClr val="7030A0"/>
        </a:solidFill>
        <a:ln>
          <a:solidFill>
            <a:srgbClr val="7030A0"/>
          </a:solidFill>
        </a:ln>
      </dgm:spPr>
      <dgm:t>
        <a:bodyPr/>
        <a:lstStyle/>
        <a:p>
          <a:r>
            <a:rPr lang="en-IN"/>
            <a:t>3</a:t>
          </a:r>
        </a:p>
      </dgm:t>
    </dgm:pt>
    <dgm:pt modelId="{0666E033-E995-4127-A79F-4AB75A9B7B8D}">
      <dgm:prSet custT="1"/>
      <dgm:spPr>
        <a:ln>
          <a:solidFill>
            <a:srgbClr val="7030A0"/>
          </a:solidFill>
        </a:ln>
      </dgm:spPr>
      <dgm:t>
        <a:bodyPr/>
        <a:lstStyle/>
        <a:p>
          <a:endParaRPr lang="en-IN" sz="1600" b="0" dirty="0"/>
        </a:p>
        <a:p>
          <a:r>
            <a:rPr lang="en-IN" sz="1600" b="0" dirty="0"/>
            <a:t>Broaden the keyword classifier's training set beyond the 20 supplied scenarios</a:t>
          </a:r>
          <a:endParaRPr lang="en-IN" sz="1600" dirty="0"/>
        </a:p>
      </dgm:t>
    </dgm:pt>
    <dgm:pt modelId="{FEB52318-AD5A-4186-8D3F-B13553C35E08}" type="parTrans" cxnId="{0765759B-74DC-4881-BE03-94F07C1B4C74}">
      <dgm:prSet/>
      <dgm:spPr/>
      <dgm:t>
        <a:bodyPr/>
        <a:lstStyle/>
        <a:p>
          <a:endParaRPr lang="en-IN"/>
        </a:p>
      </dgm:t>
    </dgm:pt>
    <dgm:pt modelId="{821F7028-45EF-420C-AD75-A23E889B9287}" type="sibTrans" cxnId="{0765759B-74DC-4881-BE03-94F07C1B4C74}">
      <dgm:prSet phldrT="4" phldr="0"/>
      <dgm:spPr>
        <a:solidFill>
          <a:srgbClr val="7030A0"/>
        </a:solidFill>
        <a:ln>
          <a:solidFill>
            <a:srgbClr val="7030A0"/>
          </a:solidFill>
        </a:ln>
      </dgm:spPr>
      <dgm:t>
        <a:bodyPr/>
        <a:lstStyle/>
        <a:p>
          <a:r>
            <a:rPr lang="en-IN"/>
            <a:t>4</a:t>
          </a:r>
        </a:p>
      </dgm:t>
    </dgm:pt>
    <dgm:pt modelId="{16AFBBA2-0F87-48AB-8B42-48B5E1A824A6}" type="pres">
      <dgm:prSet presAssocID="{0C564934-BB6F-4BB9-8631-1EFC0CF7F0EC}" presName="linearFlow" presStyleCnt="0">
        <dgm:presLayoutVars>
          <dgm:dir/>
          <dgm:animLvl val="lvl"/>
          <dgm:resizeHandles val="exact"/>
        </dgm:presLayoutVars>
      </dgm:prSet>
      <dgm:spPr/>
    </dgm:pt>
    <dgm:pt modelId="{50C95ABE-1A60-411A-828D-357510A9E3EE}" type="pres">
      <dgm:prSet presAssocID="{1004AC75-D6CB-425A-9550-AEAA4ABFD063}" presName="compositeNode" presStyleCnt="0"/>
      <dgm:spPr/>
    </dgm:pt>
    <dgm:pt modelId="{C9F4235D-569B-418E-A45F-9D44EFD599FF}" type="pres">
      <dgm:prSet presAssocID="{1004AC75-D6CB-425A-9550-AEAA4ABFD063}" presName="parTx" presStyleLbl="node1" presStyleIdx="0" presStyleCnt="0">
        <dgm:presLayoutVars>
          <dgm:chMax val="0"/>
          <dgm:chPref val="0"/>
          <dgm:bulletEnabled val="1"/>
        </dgm:presLayoutVars>
      </dgm:prSet>
      <dgm:spPr/>
    </dgm:pt>
    <dgm:pt modelId="{199D7874-1F99-4CFD-BF2B-0E4D04D6AAE4}" type="pres">
      <dgm:prSet presAssocID="{1004AC75-D6CB-425A-9550-AEAA4ABFD063}" presName="parSh" presStyleCnt="0"/>
      <dgm:spPr/>
    </dgm:pt>
    <dgm:pt modelId="{AA0CD972-7DBF-4EBD-970D-BD9112148AF4}" type="pres">
      <dgm:prSet presAssocID="{1004AC75-D6CB-425A-9550-AEAA4ABFD063}" presName="lineNode" presStyleLbl="alignNode1" presStyleIdx="0" presStyleCnt="12"/>
      <dgm:spPr>
        <a:ln>
          <a:solidFill>
            <a:srgbClr val="7030A0"/>
          </a:solidFill>
        </a:ln>
      </dgm:spPr>
    </dgm:pt>
    <dgm:pt modelId="{B1F44C98-35F6-4CB8-B287-11B4C28C7756}" type="pres">
      <dgm:prSet presAssocID="{1004AC75-D6CB-425A-9550-AEAA4ABFD063}" presName="lineArrowNode" presStyleLbl="alignNode1" presStyleIdx="1" presStyleCnt="12"/>
      <dgm:spPr/>
    </dgm:pt>
    <dgm:pt modelId="{08CDEA62-1375-4D73-8A3E-0DF08F770549}" type="pres">
      <dgm:prSet presAssocID="{84FDD96D-3499-415A-9521-C4BE93A6FE71}" presName="sibTransNodeCircle" presStyleLbl="alignNode1" presStyleIdx="2" presStyleCnt="12">
        <dgm:presLayoutVars>
          <dgm:chMax val="0"/>
          <dgm:bulletEnabled/>
        </dgm:presLayoutVars>
      </dgm:prSet>
      <dgm:spPr/>
    </dgm:pt>
    <dgm:pt modelId="{BF91D8AC-368F-40C3-A6AF-1BCF25E4D9B9}" type="pres">
      <dgm:prSet presAssocID="{84FDD96D-3499-415A-9521-C4BE93A6FE71}" presName="spacerBetweenCircleAndCallout" presStyleCnt="0">
        <dgm:presLayoutVars/>
      </dgm:prSet>
      <dgm:spPr/>
    </dgm:pt>
    <dgm:pt modelId="{63926513-0F67-4CE6-9E90-14D25B2A5457}" type="pres">
      <dgm:prSet presAssocID="{84FDD96D-3499-415A-9521-C4BE93A6FE71}" presName="verticalConnector" presStyleLbl="alignAccFollowNode1" presStyleIdx="0" presStyleCnt="4"/>
      <dgm:spPr>
        <a:ln>
          <a:solidFill>
            <a:srgbClr val="7030A0">
              <a:alpha val="90000"/>
            </a:srgbClr>
          </a:solidFill>
        </a:ln>
      </dgm:spPr>
    </dgm:pt>
    <dgm:pt modelId="{7A4E3808-D836-45E8-920F-AD02E41AAF48}" type="pres">
      <dgm:prSet presAssocID="{1004AC75-D6CB-425A-9550-AEAA4ABFD063}" presName="nodeText" presStyleLbl="fgAcc1" presStyleIdx="0" presStyleCnt="4">
        <dgm:presLayoutVars>
          <dgm:bulletEnabled val="1"/>
        </dgm:presLayoutVars>
      </dgm:prSet>
      <dgm:spPr/>
    </dgm:pt>
    <dgm:pt modelId="{A33199BD-18D1-4BC4-B4ED-8293E6D916B0}" type="pres">
      <dgm:prSet presAssocID="{84FDD96D-3499-415A-9521-C4BE93A6FE71}" presName="sibTransComposite" presStyleCnt="0"/>
      <dgm:spPr/>
    </dgm:pt>
    <dgm:pt modelId="{FCC608DD-2EDA-4D5D-8FC4-DB89649297C5}" type="pres">
      <dgm:prSet presAssocID="{AF0A682A-57D5-426A-9A89-577ADF4251C6}" presName="compositeNode" presStyleCnt="0"/>
      <dgm:spPr/>
    </dgm:pt>
    <dgm:pt modelId="{5CE15853-5E20-47FA-B95A-65927CCAFA35}" type="pres">
      <dgm:prSet presAssocID="{AF0A682A-57D5-426A-9A89-577ADF4251C6}" presName="parTx" presStyleLbl="node1" presStyleIdx="0" presStyleCnt="0">
        <dgm:presLayoutVars>
          <dgm:chMax val="0"/>
          <dgm:chPref val="0"/>
          <dgm:bulletEnabled val="1"/>
        </dgm:presLayoutVars>
      </dgm:prSet>
      <dgm:spPr/>
    </dgm:pt>
    <dgm:pt modelId="{7C8ED37E-F43E-453B-9ED6-59F890395B8A}" type="pres">
      <dgm:prSet presAssocID="{AF0A682A-57D5-426A-9A89-577ADF4251C6}" presName="parSh" presStyleCnt="0"/>
      <dgm:spPr/>
    </dgm:pt>
    <dgm:pt modelId="{579BFEF3-7931-43D8-A212-3C591E021EF1}" type="pres">
      <dgm:prSet presAssocID="{AF0A682A-57D5-426A-9A89-577ADF4251C6}" presName="lineNode" presStyleLbl="alignNode1" presStyleIdx="3" presStyleCnt="12"/>
      <dgm:spPr>
        <a:ln>
          <a:solidFill>
            <a:srgbClr val="7030A0"/>
          </a:solidFill>
        </a:ln>
      </dgm:spPr>
    </dgm:pt>
    <dgm:pt modelId="{FFF07C64-3A08-4411-AFBC-897FF1EDB97A}" type="pres">
      <dgm:prSet presAssocID="{AF0A682A-57D5-426A-9A89-577ADF4251C6}" presName="lineArrowNode" presStyleLbl="alignNode1" presStyleIdx="4" presStyleCnt="12"/>
      <dgm:spPr/>
    </dgm:pt>
    <dgm:pt modelId="{AB9E4121-ED7E-498E-BFAF-26C128563DD0}" type="pres">
      <dgm:prSet presAssocID="{0F7D7787-69E1-46C6-9C0E-101A670E0C9D}" presName="sibTransNodeCircle" presStyleLbl="alignNode1" presStyleIdx="5" presStyleCnt="12">
        <dgm:presLayoutVars>
          <dgm:chMax val="0"/>
          <dgm:bulletEnabled/>
        </dgm:presLayoutVars>
      </dgm:prSet>
      <dgm:spPr/>
    </dgm:pt>
    <dgm:pt modelId="{D17DEDA9-945B-4191-8E8A-2F954EADD899}" type="pres">
      <dgm:prSet presAssocID="{0F7D7787-69E1-46C6-9C0E-101A670E0C9D}" presName="spacerBetweenCircleAndCallout" presStyleCnt="0">
        <dgm:presLayoutVars/>
      </dgm:prSet>
      <dgm:spPr/>
    </dgm:pt>
    <dgm:pt modelId="{49632606-CBDD-4E43-9DA4-48EB210ACA58}" type="pres">
      <dgm:prSet presAssocID="{0F7D7787-69E1-46C6-9C0E-101A670E0C9D}" presName="verticalConnector" presStyleLbl="alignAccFollowNode1" presStyleIdx="1" presStyleCnt="4"/>
      <dgm:spPr>
        <a:ln>
          <a:solidFill>
            <a:srgbClr val="7030A0">
              <a:alpha val="90000"/>
            </a:srgbClr>
          </a:solidFill>
        </a:ln>
      </dgm:spPr>
    </dgm:pt>
    <dgm:pt modelId="{E003556F-B1E0-4075-BC4B-5F86133FCCB3}" type="pres">
      <dgm:prSet presAssocID="{AF0A682A-57D5-426A-9A89-577ADF4251C6}" presName="nodeText" presStyleLbl="fgAcc1" presStyleIdx="1" presStyleCnt="4">
        <dgm:presLayoutVars>
          <dgm:bulletEnabled val="1"/>
        </dgm:presLayoutVars>
      </dgm:prSet>
      <dgm:spPr/>
    </dgm:pt>
    <dgm:pt modelId="{4ECB9301-00EB-4C02-A80E-9AD8AAC5BFF3}" type="pres">
      <dgm:prSet presAssocID="{0F7D7787-69E1-46C6-9C0E-101A670E0C9D}" presName="sibTransComposite" presStyleCnt="0"/>
      <dgm:spPr/>
    </dgm:pt>
    <dgm:pt modelId="{8D2C5903-FD0A-4ABD-912C-343B9EA0F0D1}" type="pres">
      <dgm:prSet presAssocID="{BE56039C-8EFC-4969-B601-13DD82198558}" presName="compositeNode" presStyleCnt="0"/>
      <dgm:spPr/>
    </dgm:pt>
    <dgm:pt modelId="{F217E575-2ADD-4A46-ABA7-098B1265D6F4}" type="pres">
      <dgm:prSet presAssocID="{BE56039C-8EFC-4969-B601-13DD82198558}" presName="parTx" presStyleLbl="node1" presStyleIdx="0" presStyleCnt="0">
        <dgm:presLayoutVars>
          <dgm:chMax val="0"/>
          <dgm:chPref val="0"/>
          <dgm:bulletEnabled val="1"/>
        </dgm:presLayoutVars>
      </dgm:prSet>
      <dgm:spPr/>
    </dgm:pt>
    <dgm:pt modelId="{96712BFF-E60B-4E9E-AA58-AE35097A35E9}" type="pres">
      <dgm:prSet presAssocID="{BE56039C-8EFC-4969-B601-13DD82198558}" presName="parSh" presStyleCnt="0"/>
      <dgm:spPr/>
    </dgm:pt>
    <dgm:pt modelId="{978B200F-CD36-4C73-B97C-EB641B401228}" type="pres">
      <dgm:prSet presAssocID="{BE56039C-8EFC-4969-B601-13DD82198558}" presName="lineNode" presStyleLbl="alignNode1" presStyleIdx="6" presStyleCnt="12"/>
      <dgm:spPr>
        <a:ln>
          <a:solidFill>
            <a:srgbClr val="7030A0"/>
          </a:solidFill>
        </a:ln>
      </dgm:spPr>
    </dgm:pt>
    <dgm:pt modelId="{0949247C-D57D-4277-A5E0-7F39EF68B26B}" type="pres">
      <dgm:prSet presAssocID="{BE56039C-8EFC-4969-B601-13DD82198558}" presName="lineArrowNode" presStyleLbl="alignNode1" presStyleIdx="7" presStyleCnt="12"/>
      <dgm:spPr/>
    </dgm:pt>
    <dgm:pt modelId="{204C3EB2-5CC5-4E47-BD4E-2B8168BBA9FF}" type="pres">
      <dgm:prSet presAssocID="{A8195024-8997-4AE4-BE9D-D7D41504F5DA}" presName="sibTransNodeCircle" presStyleLbl="alignNode1" presStyleIdx="8" presStyleCnt="12">
        <dgm:presLayoutVars>
          <dgm:chMax val="0"/>
          <dgm:bulletEnabled/>
        </dgm:presLayoutVars>
      </dgm:prSet>
      <dgm:spPr/>
    </dgm:pt>
    <dgm:pt modelId="{6D7B174F-BEE3-4678-8162-BBDDA00C125B}" type="pres">
      <dgm:prSet presAssocID="{A8195024-8997-4AE4-BE9D-D7D41504F5DA}" presName="spacerBetweenCircleAndCallout" presStyleCnt="0">
        <dgm:presLayoutVars/>
      </dgm:prSet>
      <dgm:spPr/>
    </dgm:pt>
    <dgm:pt modelId="{1893A1CB-DD4A-45EC-A9A9-825C99112201}" type="pres">
      <dgm:prSet presAssocID="{A8195024-8997-4AE4-BE9D-D7D41504F5DA}" presName="verticalConnector" presStyleLbl="alignAccFollowNode1" presStyleIdx="2" presStyleCnt="4"/>
      <dgm:spPr>
        <a:ln>
          <a:solidFill>
            <a:srgbClr val="7030A0">
              <a:alpha val="90000"/>
            </a:srgbClr>
          </a:solidFill>
        </a:ln>
      </dgm:spPr>
    </dgm:pt>
    <dgm:pt modelId="{F4670704-7E07-430B-9F48-F5312556697C}" type="pres">
      <dgm:prSet presAssocID="{BE56039C-8EFC-4969-B601-13DD82198558}" presName="nodeText" presStyleLbl="fgAcc1" presStyleIdx="2" presStyleCnt="4">
        <dgm:presLayoutVars>
          <dgm:bulletEnabled val="1"/>
        </dgm:presLayoutVars>
      </dgm:prSet>
      <dgm:spPr/>
    </dgm:pt>
    <dgm:pt modelId="{F359FD34-3A1B-43A3-9AE7-843A5C9148FE}" type="pres">
      <dgm:prSet presAssocID="{A8195024-8997-4AE4-BE9D-D7D41504F5DA}" presName="sibTransComposite" presStyleCnt="0"/>
      <dgm:spPr/>
    </dgm:pt>
    <dgm:pt modelId="{8182E0EE-4484-4771-9BD8-75CC95C4C82D}" type="pres">
      <dgm:prSet presAssocID="{0666E033-E995-4127-A79F-4AB75A9B7B8D}" presName="compositeNode" presStyleCnt="0"/>
      <dgm:spPr/>
    </dgm:pt>
    <dgm:pt modelId="{2C6FC8F5-1437-4829-99FF-107E21ED8C32}" type="pres">
      <dgm:prSet presAssocID="{0666E033-E995-4127-A79F-4AB75A9B7B8D}" presName="parTx" presStyleLbl="node1" presStyleIdx="0" presStyleCnt="0">
        <dgm:presLayoutVars>
          <dgm:chMax val="0"/>
          <dgm:chPref val="0"/>
          <dgm:bulletEnabled val="1"/>
        </dgm:presLayoutVars>
      </dgm:prSet>
      <dgm:spPr/>
    </dgm:pt>
    <dgm:pt modelId="{FC546EC7-A335-4DC4-943D-1534E859DE47}" type="pres">
      <dgm:prSet presAssocID="{0666E033-E995-4127-A79F-4AB75A9B7B8D}" presName="parSh" presStyleCnt="0"/>
      <dgm:spPr/>
    </dgm:pt>
    <dgm:pt modelId="{268E7FC2-578A-4597-9E3A-6CDADE6E385C}" type="pres">
      <dgm:prSet presAssocID="{0666E033-E995-4127-A79F-4AB75A9B7B8D}" presName="lineNode" presStyleLbl="alignNode1" presStyleIdx="9" presStyleCnt="12"/>
      <dgm:spPr>
        <a:ln>
          <a:solidFill>
            <a:srgbClr val="7030A0"/>
          </a:solidFill>
        </a:ln>
      </dgm:spPr>
    </dgm:pt>
    <dgm:pt modelId="{08DEBE4C-E890-4815-A2FD-6D27D3F206AF}" type="pres">
      <dgm:prSet presAssocID="{0666E033-E995-4127-A79F-4AB75A9B7B8D}" presName="lineArrowNode" presStyleLbl="alignNode1" presStyleIdx="10" presStyleCnt="12"/>
      <dgm:spPr/>
    </dgm:pt>
    <dgm:pt modelId="{795FF94F-4793-4382-8958-1289E60DA9D3}" type="pres">
      <dgm:prSet presAssocID="{821F7028-45EF-420C-AD75-A23E889B9287}" presName="sibTransNodeCircle" presStyleLbl="alignNode1" presStyleIdx="11" presStyleCnt="12">
        <dgm:presLayoutVars>
          <dgm:chMax val="0"/>
          <dgm:bulletEnabled/>
        </dgm:presLayoutVars>
      </dgm:prSet>
      <dgm:spPr/>
    </dgm:pt>
    <dgm:pt modelId="{9F9158DD-948A-492C-92D4-1D1C50305ED3}" type="pres">
      <dgm:prSet presAssocID="{821F7028-45EF-420C-AD75-A23E889B9287}" presName="spacerBetweenCircleAndCallout" presStyleCnt="0">
        <dgm:presLayoutVars/>
      </dgm:prSet>
      <dgm:spPr/>
    </dgm:pt>
    <dgm:pt modelId="{12218C17-2914-42B6-A4AB-055CD8BFB2B9}" type="pres">
      <dgm:prSet presAssocID="{821F7028-45EF-420C-AD75-A23E889B9287}" presName="verticalConnector" presStyleLbl="alignAccFollowNode1" presStyleIdx="3" presStyleCnt="4"/>
      <dgm:spPr>
        <a:ln>
          <a:solidFill>
            <a:srgbClr val="7030A0">
              <a:alpha val="90000"/>
            </a:srgbClr>
          </a:solidFill>
        </a:ln>
      </dgm:spPr>
    </dgm:pt>
    <dgm:pt modelId="{C40401CF-00B0-4BCD-8DCA-4275CAFE6A46}" type="pres">
      <dgm:prSet presAssocID="{0666E033-E995-4127-A79F-4AB75A9B7B8D}" presName="nodeText" presStyleLbl="fgAcc1" presStyleIdx="3" presStyleCnt="4">
        <dgm:presLayoutVars>
          <dgm:bulletEnabled val="1"/>
        </dgm:presLayoutVars>
      </dgm:prSet>
      <dgm:spPr/>
    </dgm:pt>
  </dgm:ptLst>
  <dgm:cxnLst>
    <dgm:cxn modelId="{EFE7EF07-B5B4-41E8-8BE7-65A156610439}" type="presOf" srcId="{BE56039C-8EFC-4969-B601-13DD82198558}" destId="{F4670704-7E07-430B-9F48-F5312556697C}" srcOrd="1" destOrd="0" presId="urn:microsoft.com/office/officeart/2024/layout/NumberedLinearArrowProcess"/>
    <dgm:cxn modelId="{6B12E110-F569-42BF-8140-8C94DB64FBEF}" srcId="{0C564934-BB6F-4BB9-8631-1EFC0CF7F0EC}" destId="{AF0A682A-57D5-426A-9A89-577ADF4251C6}" srcOrd="1" destOrd="0" parTransId="{42625B55-C94E-42B7-A1B5-6D18E975AABA}" sibTransId="{0F7D7787-69E1-46C6-9C0E-101A670E0C9D}"/>
    <dgm:cxn modelId="{950F553A-5B59-4260-BBC8-D1F3AFD90E8E}" type="presOf" srcId="{0666E033-E995-4127-A79F-4AB75A9B7B8D}" destId="{08DEBE4C-E890-4815-A2FD-6D27D3F206AF}" srcOrd="0" destOrd="0" presId="urn:microsoft.com/office/officeart/2024/layout/NumberedLinearArrowProcess"/>
    <dgm:cxn modelId="{EDA29E5C-3001-4A78-8DFA-9FFE115E4A6D}" type="presOf" srcId="{84FDD96D-3499-415A-9521-C4BE93A6FE71}" destId="{08CDEA62-1375-4D73-8A3E-0DF08F770549}" srcOrd="0" destOrd="0" presId="urn:microsoft.com/office/officeart/2024/layout/NumberedLinearArrowProcess"/>
    <dgm:cxn modelId="{4150E867-A743-4B75-981F-309041DF4E02}" type="presOf" srcId="{0C564934-BB6F-4BB9-8631-1EFC0CF7F0EC}" destId="{16AFBBA2-0F87-48AB-8B42-48B5E1A824A6}" srcOrd="0" destOrd="0" presId="urn:microsoft.com/office/officeart/2024/layout/NumberedLinearArrowProcess"/>
    <dgm:cxn modelId="{C067CF77-B709-4A21-8750-30A0B6B82AED}" type="presOf" srcId="{AF0A682A-57D5-426A-9A89-577ADF4251C6}" destId="{E003556F-B1E0-4075-BC4B-5F86133FCCB3}" srcOrd="1" destOrd="0" presId="urn:microsoft.com/office/officeart/2024/layout/NumberedLinearArrowProcess"/>
    <dgm:cxn modelId="{35A2DC7C-DBA3-44C4-8643-A71788FDEB40}" srcId="{0C564934-BB6F-4BB9-8631-1EFC0CF7F0EC}" destId="{1004AC75-D6CB-425A-9550-AEAA4ABFD063}" srcOrd="0" destOrd="0" parTransId="{373273CE-AF06-4B6F-9E94-8A762C57B3AB}" sibTransId="{84FDD96D-3499-415A-9521-C4BE93A6FE71}"/>
    <dgm:cxn modelId="{EBCB0284-AC20-4EC0-B367-99FC4027537E}" type="presOf" srcId="{1004AC75-D6CB-425A-9550-AEAA4ABFD063}" destId="{B1F44C98-35F6-4CB8-B287-11B4C28C7756}" srcOrd="0" destOrd="0" presId="urn:microsoft.com/office/officeart/2024/layout/NumberedLinearArrowProcess"/>
    <dgm:cxn modelId="{C6F9DE92-ED65-40EE-883C-197C493E78E8}" type="presOf" srcId="{0666E033-E995-4127-A79F-4AB75A9B7B8D}" destId="{C40401CF-00B0-4BCD-8DCA-4275CAFE6A46}" srcOrd="1" destOrd="0" presId="urn:microsoft.com/office/officeart/2024/layout/NumberedLinearArrowProcess"/>
    <dgm:cxn modelId="{1AB6DF94-8204-4ECA-A3B1-EF4B65BFF7B7}" type="presOf" srcId="{BE56039C-8EFC-4969-B601-13DD82198558}" destId="{0949247C-D57D-4277-A5E0-7F39EF68B26B}" srcOrd="0" destOrd="0" presId="urn:microsoft.com/office/officeart/2024/layout/NumberedLinearArrowProcess"/>
    <dgm:cxn modelId="{0765759B-74DC-4881-BE03-94F07C1B4C74}" srcId="{0C564934-BB6F-4BB9-8631-1EFC0CF7F0EC}" destId="{0666E033-E995-4127-A79F-4AB75A9B7B8D}" srcOrd="3" destOrd="0" parTransId="{FEB52318-AD5A-4186-8D3F-B13553C35E08}" sibTransId="{821F7028-45EF-420C-AD75-A23E889B9287}"/>
    <dgm:cxn modelId="{0E9BC8A4-1CEA-4156-8432-778359BE3DC3}" srcId="{0C564934-BB6F-4BB9-8631-1EFC0CF7F0EC}" destId="{BE56039C-8EFC-4969-B601-13DD82198558}" srcOrd="2" destOrd="0" parTransId="{C20579B4-A239-4522-89A0-ED2CA8AD2838}" sibTransId="{A8195024-8997-4AE4-BE9D-D7D41504F5DA}"/>
    <dgm:cxn modelId="{D83C7EB1-3174-4590-8FA1-FF68F90382F4}" type="presOf" srcId="{AF0A682A-57D5-426A-9A89-577ADF4251C6}" destId="{FFF07C64-3A08-4411-AFBC-897FF1EDB97A}" srcOrd="0" destOrd="0" presId="urn:microsoft.com/office/officeart/2024/layout/NumberedLinearArrowProcess"/>
    <dgm:cxn modelId="{059E01C4-75A4-47B4-A8C0-8B50BD34CA5E}" type="presOf" srcId="{821F7028-45EF-420C-AD75-A23E889B9287}" destId="{795FF94F-4793-4382-8958-1289E60DA9D3}" srcOrd="0" destOrd="0" presId="urn:microsoft.com/office/officeart/2024/layout/NumberedLinearArrowProcess"/>
    <dgm:cxn modelId="{936C20D6-4E6F-456C-9EF0-D48AE7059C68}" type="presOf" srcId="{1004AC75-D6CB-425A-9550-AEAA4ABFD063}" destId="{7A4E3808-D836-45E8-920F-AD02E41AAF48}" srcOrd="1" destOrd="0" presId="urn:microsoft.com/office/officeart/2024/layout/NumberedLinearArrowProcess"/>
    <dgm:cxn modelId="{07C2AEEC-0367-4089-A8CD-4405027D888B}" type="presOf" srcId="{A8195024-8997-4AE4-BE9D-D7D41504F5DA}" destId="{204C3EB2-5CC5-4E47-BD4E-2B8168BBA9FF}" srcOrd="0" destOrd="0" presId="urn:microsoft.com/office/officeart/2024/layout/NumberedLinearArrowProcess"/>
    <dgm:cxn modelId="{E42437FB-F2EB-4207-B548-7FE30B2A2667}" type="presOf" srcId="{0F7D7787-69E1-46C6-9C0E-101A670E0C9D}" destId="{AB9E4121-ED7E-498E-BFAF-26C128563DD0}" srcOrd="0" destOrd="0" presId="urn:microsoft.com/office/officeart/2024/layout/NumberedLinearArrowProcess"/>
    <dgm:cxn modelId="{5EBBF893-1828-45EA-BF48-F74EB74CDD51}" type="presParOf" srcId="{16AFBBA2-0F87-48AB-8B42-48B5E1A824A6}" destId="{50C95ABE-1A60-411A-828D-357510A9E3EE}" srcOrd="0" destOrd="0" presId="urn:microsoft.com/office/officeart/2024/layout/NumberedLinearArrowProcess"/>
    <dgm:cxn modelId="{680F0EB4-ED48-4851-AEAE-B842B0E0C3D1}" type="presParOf" srcId="{50C95ABE-1A60-411A-828D-357510A9E3EE}" destId="{C9F4235D-569B-418E-A45F-9D44EFD599FF}" srcOrd="0" destOrd="0" presId="urn:microsoft.com/office/officeart/2024/layout/NumberedLinearArrowProcess"/>
    <dgm:cxn modelId="{92B7592E-5449-48C7-BAEC-2337F1D82096}" type="presParOf" srcId="{50C95ABE-1A60-411A-828D-357510A9E3EE}" destId="{199D7874-1F99-4CFD-BF2B-0E4D04D6AAE4}" srcOrd="1" destOrd="0" presId="urn:microsoft.com/office/officeart/2024/layout/NumberedLinearArrowProcess"/>
    <dgm:cxn modelId="{64A712FD-C8F3-458E-B25A-08D3E65AEA2D}" type="presParOf" srcId="{199D7874-1F99-4CFD-BF2B-0E4D04D6AAE4}" destId="{AA0CD972-7DBF-4EBD-970D-BD9112148AF4}" srcOrd="0" destOrd="0" presId="urn:microsoft.com/office/officeart/2024/layout/NumberedLinearArrowProcess"/>
    <dgm:cxn modelId="{FA373CB8-EBAB-45B3-8920-E95AABACCCD0}" type="presParOf" srcId="{199D7874-1F99-4CFD-BF2B-0E4D04D6AAE4}" destId="{B1F44C98-35F6-4CB8-B287-11B4C28C7756}" srcOrd="1" destOrd="0" presId="urn:microsoft.com/office/officeart/2024/layout/NumberedLinearArrowProcess"/>
    <dgm:cxn modelId="{6951606E-4990-443B-BBDC-5A1A6655B7B6}" type="presParOf" srcId="{199D7874-1F99-4CFD-BF2B-0E4D04D6AAE4}" destId="{08CDEA62-1375-4D73-8A3E-0DF08F770549}" srcOrd="2" destOrd="0" presId="urn:microsoft.com/office/officeart/2024/layout/NumberedLinearArrowProcess"/>
    <dgm:cxn modelId="{7A211B61-93EB-46DF-900A-318BC404196B}" type="presParOf" srcId="{199D7874-1F99-4CFD-BF2B-0E4D04D6AAE4}" destId="{BF91D8AC-368F-40C3-A6AF-1BCF25E4D9B9}" srcOrd="3" destOrd="0" presId="urn:microsoft.com/office/officeart/2024/layout/NumberedLinearArrowProcess"/>
    <dgm:cxn modelId="{54FEFBBC-EA69-45D5-BAC5-A94CFE365817}" type="presParOf" srcId="{199D7874-1F99-4CFD-BF2B-0E4D04D6AAE4}" destId="{63926513-0F67-4CE6-9E90-14D25B2A5457}" srcOrd="4" destOrd="0" presId="urn:microsoft.com/office/officeart/2024/layout/NumberedLinearArrowProcess"/>
    <dgm:cxn modelId="{402B71CD-0A53-4497-839E-ABB5A2803D8F}" type="presParOf" srcId="{50C95ABE-1A60-411A-828D-357510A9E3EE}" destId="{7A4E3808-D836-45E8-920F-AD02E41AAF48}" srcOrd="2" destOrd="0" presId="urn:microsoft.com/office/officeart/2024/layout/NumberedLinearArrowProcess"/>
    <dgm:cxn modelId="{3403A9A0-9522-4494-BB06-E48B874E89FF}" type="presParOf" srcId="{16AFBBA2-0F87-48AB-8B42-48B5E1A824A6}" destId="{A33199BD-18D1-4BC4-B4ED-8293E6D916B0}" srcOrd="1" destOrd="0" presId="urn:microsoft.com/office/officeart/2024/layout/NumberedLinearArrowProcess"/>
    <dgm:cxn modelId="{AA94C4D7-9593-4603-B58C-7AF57D259BD9}" type="presParOf" srcId="{16AFBBA2-0F87-48AB-8B42-48B5E1A824A6}" destId="{FCC608DD-2EDA-4D5D-8FC4-DB89649297C5}" srcOrd="2" destOrd="0" presId="urn:microsoft.com/office/officeart/2024/layout/NumberedLinearArrowProcess"/>
    <dgm:cxn modelId="{3F039184-77E5-43DE-8854-D51708A583D7}" type="presParOf" srcId="{FCC608DD-2EDA-4D5D-8FC4-DB89649297C5}" destId="{5CE15853-5E20-47FA-B95A-65927CCAFA35}" srcOrd="0" destOrd="0" presId="urn:microsoft.com/office/officeart/2024/layout/NumberedLinearArrowProcess"/>
    <dgm:cxn modelId="{07054043-0E25-4D7A-B9C3-027B2D89175E}" type="presParOf" srcId="{FCC608DD-2EDA-4D5D-8FC4-DB89649297C5}" destId="{7C8ED37E-F43E-453B-9ED6-59F890395B8A}" srcOrd="1" destOrd="0" presId="urn:microsoft.com/office/officeart/2024/layout/NumberedLinearArrowProcess"/>
    <dgm:cxn modelId="{48D12434-63CD-4048-9067-14C42EEB2DEA}" type="presParOf" srcId="{7C8ED37E-F43E-453B-9ED6-59F890395B8A}" destId="{579BFEF3-7931-43D8-A212-3C591E021EF1}" srcOrd="0" destOrd="0" presId="urn:microsoft.com/office/officeart/2024/layout/NumberedLinearArrowProcess"/>
    <dgm:cxn modelId="{398EAAC9-5FE8-43C5-A0B1-846891594F4D}" type="presParOf" srcId="{7C8ED37E-F43E-453B-9ED6-59F890395B8A}" destId="{FFF07C64-3A08-4411-AFBC-897FF1EDB97A}" srcOrd="1" destOrd="0" presId="urn:microsoft.com/office/officeart/2024/layout/NumberedLinearArrowProcess"/>
    <dgm:cxn modelId="{0D0FF9F4-0C07-4E51-BAA6-E92ED4CDA0A9}" type="presParOf" srcId="{7C8ED37E-F43E-453B-9ED6-59F890395B8A}" destId="{AB9E4121-ED7E-498E-BFAF-26C128563DD0}" srcOrd="2" destOrd="0" presId="urn:microsoft.com/office/officeart/2024/layout/NumberedLinearArrowProcess"/>
    <dgm:cxn modelId="{8B8E4F29-3734-4152-AF10-5525E290D4D7}" type="presParOf" srcId="{7C8ED37E-F43E-453B-9ED6-59F890395B8A}" destId="{D17DEDA9-945B-4191-8E8A-2F954EADD899}" srcOrd="3" destOrd="0" presId="urn:microsoft.com/office/officeart/2024/layout/NumberedLinearArrowProcess"/>
    <dgm:cxn modelId="{9F20E4ED-9958-40FE-9517-C1B374E81116}" type="presParOf" srcId="{7C8ED37E-F43E-453B-9ED6-59F890395B8A}" destId="{49632606-CBDD-4E43-9DA4-48EB210ACA58}" srcOrd="4" destOrd="0" presId="urn:microsoft.com/office/officeart/2024/layout/NumberedLinearArrowProcess"/>
    <dgm:cxn modelId="{AD1BFB62-8CBE-4EEB-A9DC-19DFB1A96655}" type="presParOf" srcId="{FCC608DD-2EDA-4D5D-8FC4-DB89649297C5}" destId="{E003556F-B1E0-4075-BC4B-5F86133FCCB3}" srcOrd="2" destOrd="0" presId="urn:microsoft.com/office/officeart/2024/layout/NumberedLinearArrowProcess"/>
    <dgm:cxn modelId="{24DFE090-175B-48E0-BD32-20F8AEEF5600}" type="presParOf" srcId="{16AFBBA2-0F87-48AB-8B42-48B5E1A824A6}" destId="{4ECB9301-00EB-4C02-A80E-9AD8AAC5BFF3}" srcOrd="3" destOrd="0" presId="urn:microsoft.com/office/officeart/2024/layout/NumberedLinearArrowProcess"/>
    <dgm:cxn modelId="{4ACEAE1D-581D-4C89-B695-3FBD0793F338}" type="presParOf" srcId="{16AFBBA2-0F87-48AB-8B42-48B5E1A824A6}" destId="{8D2C5903-FD0A-4ABD-912C-343B9EA0F0D1}" srcOrd="4" destOrd="0" presId="urn:microsoft.com/office/officeart/2024/layout/NumberedLinearArrowProcess"/>
    <dgm:cxn modelId="{4B011F67-AE4C-4D2D-B313-AC037FC59C8C}" type="presParOf" srcId="{8D2C5903-FD0A-4ABD-912C-343B9EA0F0D1}" destId="{F217E575-2ADD-4A46-ABA7-098B1265D6F4}" srcOrd="0" destOrd="0" presId="urn:microsoft.com/office/officeart/2024/layout/NumberedLinearArrowProcess"/>
    <dgm:cxn modelId="{EA453DAD-E477-4EA7-9EA0-A0AE35042E94}" type="presParOf" srcId="{8D2C5903-FD0A-4ABD-912C-343B9EA0F0D1}" destId="{96712BFF-E60B-4E9E-AA58-AE35097A35E9}" srcOrd="1" destOrd="0" presId="urn:microsoft.com/office/officeart/2024/layout/NumberedLinearArrowProcess"/>
    <dgm:cxn modelId="{CF0AD821-1552-42DE-990D-3F13D4F14113}" type="presParOf" srcId="{96712BFF-E60B-4E9E-AA58-AE35097A35E9}" destId="{978B200F-CD36-4C73-B97C-EB641B401228}" srcOrd="0" destOrd="0" presId="urn:microsoft.com/office/officeart/2024/layout/NumberedLinearArrowProcess"/>
    <dgm:cxn modelId="{52027E2D-81FE-4F96-9D4A-233B65419D6A}" type="presParOf" srcId="{96712BFF-E60B-4E9E-AA58-AE35097A35E9}" destId="{0949247C-D57D-4277-A5E0-7F39EF68B26B}" srcOrd="1" destOrd="0" presId="urn:microsoft.com/office/officeart/2024/layout/NumberedLinearArrowProcess"/>
    <dgm:cxn modelId="{762F3D11-5467-45C9-84BD-DA10312C205F}" type="presParOf" srcId="{96712BFF-E60B-4E9E-AA58-AE35097A35E9}" destId="{204C3EB2-5CC5-4E47-BD4E-2B8168BBA9FF}" srcOrd="2" destOrd="0" presId="urn:microsoft.com/office/officeart/2024/layout/NumberedLinearArrowProcess"/>
    <dgm:cxn modelId="{E10AD9E2-CFFA-449E-B855-635530C0E757}" type="presParOf" srcId="{96712BFF-E60B-4E9E-AA58-AE35097A35E9}" destId="{6D7B174F-BEE3-4678-8162-BBDDA00C125B}" srcOrd="3" destOrd="0" presId="urn:microsoft.com/office/officeart/2024/layout/NumberedLinearArrowProcess"/>
    <dgm:cxn modelId="{CAEA0213-68EF-4294-9464-0370F49766A6}" type="presParOf" srcId="{96712BFF-E60B-4E9E-AA58-AE35097A35E9}" destId="{1893A1CB-DD4A-45EC-A9A9-825C99112201}" srcOrd="4" destOrd="0" presId="urn:microsoft.com/office/officeart/2024/layout/NumberedLinearArrowProcess"/>
    <dgm:cxn modelId="{35376A08-5C3B-40C6-A543-8565FD24A654}" type="presParOf" srcId="{8D2C5903-FD0A-4ABD-912C-343B9EA0F0D1}" destId="{F4670704-7E07-430B-9F48-F5312556697C}" srcOrd="2" destOrd="0" presId="urn:microsoft.com/office/officeart/2024/layout/NumberedLinearArrowProcess"/>
    <dgm:cxn modelId="{767E4D5D-42BB-4127-819B-DB5E50A7295F}" type="presParOf" srcId="{16AFBBA2-0F87-48AB-8B42-48B5E1A824A6}" destId="{F359FD34-3A1B-43A3-9AE7-843A5C9148FE}" srcOrd="5" destOrd="0" presId="urn:microsoft.com/office/officeart/2024/layout/NumberedLinearArrowProcess"/>
    <dgm:cxn modelId="{F73C9C48-6C8C-472C-9217-9616F20F9467}" type="presParOf" srcId="{16AFBBA2-0F87-48AB-8B42-48B5E1A824A6}" destId="{8182E0EE-4484-4771-9BD8-75CC95C4C82D}" srcOrd="6" destOrd="0" presId="urn:microsoft.com/office/officeart/2024/layout/NumberedLinearArrowProcess"/>
    <dgm:cxn modelId="{2544F09F-6BB7-4CEC-BF3A-AF0D6610AE19}" type="presParOf" srcId="{8182E0EE-4484-4771-9BD8-75CC95C4C82D}" destId="{2C6FC8F5-1437-4829-99FF-107E21ED8C32}" srcOrd="0" destOrd="0" presId="urn:microsoft.com/office/officeart/2024/layout/NumberedLinearArrowProcess"/>
    <dgm:cxn modelId="{9EE6DA1D-01AE-410F-ADAF-E8F1E98B8685}" type="presParOf" srcId="{8182E0EE-4484-4771-9BD8-75CC95C4C82D}" destId="{FC546EC7-A335-4DC4-943D-1534E859DE47}" srcOrd="1" destOrd="0" presId="urn:microsoft.com/office/officeart/2024/layout/NumberedLinearArrowProcess"/>
    <dgm:cxn modelId="{873206EB-FB50-40EB-A8D8-28F07AA64F2C}" type="presParOf" srcId="{FC546EC7-A335-4DC4-943D-1534E859DE47}" destId="{268E7FC2-578A-4597-9E3A-6CDADE6E385C}" srcOrd="0" destOrd="0" presId="urn:microsoft.com/office/officeart/2024/layout/NumberedLinearArrowProcess"/>
    <dgm:cxn modelId="{8167ADB8-3B5C-43F3-86AB-B2BFFB7B30A9}" type="presParOf" srcId="{FC546EC7-A335-4DC4-943D-1534E859DE47}" destId="{08DEBE4C-E890-4815-A2FD-6D27D3F206AF}" srcOrd="1" destOrd="0" presId="urn:microsoft.com/office/officeart/2024/layout/NumberedLinearArrowProcess"/>
    <dgm:cxn modelId="{2BAC2399-0A9B-4E06-AC5E-6772FE8B8114}" type="presParOf" srcId="{FC546EC7-A335-4DC4-943D-1534E859DE47}" destId="{795FF94F-4793-4382-8958-1289E60DA9D3}" srcOrd="2" destOrd="0" presId="urn:microsoft.com/office/officeart/2024/layout/NumberedLinearArrowProcess"/>
    <dgm:cxn modelId="{E1B5DD1E-5506-4695-9C55-3CE43601B9A3}" type="presParOf" srcId="{FC546EC7-A335-4DC4-943D-1534E859DE47}" destId="{9F9158DD-948A-492C-92D4-1D1C50305ED3}" srcOrd="3" destOrd="0" presId="urn:microsoft.com/office/officeart/2024/layout/NumberedLinearArrowProcess"/>
    <dgm:cxn modelId="{67D82C83-A2DB-4245-835D-420A66120362}" type="presParOf" srcId="{FC546EC7-A335-4DC4-943D-1534E859DE47}" destId="{12218C17-2914-42B6-A4AB-055CD8BFB2B9}" srcOrd="4" destOrd="0" presId="urn:microsoft.com/office/officeart/2024/layout/NumberedLinearArrowProcess"/>
    <dgm:cxn modelId="{15A5C428-1B15-4594-9D5E-3F2BF385333A}" type="presParOf" srcId="{8182E0EE-4484-4771-9BD8-75CC95C4C82D}" destId="{C40401CF-00B0-4BCD-8DCA-4275CAFE6A46}" srcOrd="2" destOrd="0" presId="urn:microsoft.com/office/officeart/2024/layout/NumberedLinear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E33CF3B-13FD-4035-9A69-2ADED4A156D1}"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IN"/>
        </a:p>
      </dgm:t>
    </dgm:pt>
    <dgm:pt modelId="{2E5B5BFD-11A5-4DF7-AC3D-1AF46BEDB7A4}">
      <dgm:prSet/>
      <dgm:spPr>
        <a:ln>
          <a:noFill/>
        </a:ln>
      </dgm:spPr>
      <dgm:t>
        <a:bodyPr/>
        <a:lstStyle/>
        <a:p>
          <a:r>
            <a:rPr lang="en-IN" b="0" dirty="0">
              <a:solidFill>
                <a:srgbClr val="7030A0"/>
              </a:solidFill>
            </a:rPr>
            <a:t>Fully deterministic pipeline : no per query inference cost, no output variance</a:t>
          </a:r>
          <a:endParaRPr lang="en-IN" dirty="0">
            <a:solidFill>
              <a:srgbClr val="7030A0"/>
            </a:solidFill>
          </a:endParaRPr>
        </a:p>
      </dgm:t>
    </dgm:pt>
    <dgm:pt modelId="{0E9BF521-4875-4A68-AA23-A5A7225DA70D}" type="parTrans" cxnId="{DE58566F-DBFB-4A93-881E-B6A07AB92EC3}">
      <dgm:prSet/>
      <dgm:spPr/>
      <dgm:t>
        <a:bodyPr/>
        <a:lstStyle/>
        <a:p>
          <a:endParaRPr lang="en-IN"/>
        </a:p>
      </dgm:t>
    </dgm:pt>
    <dgm:pt modelId="{EAA7637A-78A9-462A-9577-FE962725F898}" type="sibTrans" cxnId="{DE58566F-DBFB-4A93-881E-B6A07AB92EC3}">
      <dgm:prSet/>
      <dgm:spPr/>
      <dgm:t>
        <a:bodyPr/>
        <a:lstStyle/>
        <a:p>
          <a:endParaRPr lang="en-IN"/>
        </a:p>
      </dgm:t>
    </dgm:pt>
    <dgm:pt modelId="{D7F5A86B-7805-447C-B46F-CB15CE2227C1}">
      <dgm:prSet/>
      <dgm:spPr>
        <a:ln>
          <a:noFill/>
        </a:ln>
      </dgm:spPr>
      <dgm:t>
        <a:bodyPr/>
        <a:lstStyle/>
        <a:p>
          <a:r>
            <a:rPr lang="en-IN" b="0" dirty="0">
              <a:solidFill>
                <a:srgbClr val="7030A0"/>
              </a:solidFill>
            </a:rPr>
            <a:t>Every claim in this deck is backed by a re-runnable benchmark (tests/run_benchmark.py) : including the one honest shortfall</a:t>
          </a:r>
          <a:endParaRPr lang="en-IN" dirty="0">
            <a:solidFill>
              <a:srgbClr val="7030A0"/>
            </a:solidFill>
          </a:endParaRPr>
        </a:p>
      </dgm:t>
    </dgm:pt>
    <dgm:pt modelId="{D69918CA-C7FB-4025-9431-28F8D29AC1D8}" type="parTrans" cxnId="{B9116053-CB08-40F4-B870-493CF602ED6C}">
      <dgm:prSet/>
      <dgm:spPr/>
      <dgm:t>
        <a:bodyPr/>
        <a:lstStyle/>
        <a:p>
          <a:endParaRPr lang="en-IN"/>
        </a:p>
      </dgm:t>
    </dgm:pt>
    <dgm:pt modelId="{61D160B6-5CF6-4D3B-B1D4-14891213D02D}" type="sibTrans" cxnId="{B9116053-CB08-40F4-B870-493CF602ED6C}">
      <dgm:prSet/>
      <dgm:spPr/>
      <dgm:t>
        <a:bodyPr/>
        <a:lstStyle/>
        <a:p>
          <a:endParaRPr lang="en-IN"/>
        </a:p>
      </dgm:t>
    </dgm:pt>
    <dgm:pt modelId="{296FECE7-2C55-4627-9729-CA226C6E0CF2}">
      <dgm:prSet/>
      <dgm:spPr>
        <a:ln>
          <a:noFill/>
        </a:ln>
      </dgm:spPr>
      <dgm:t>
        <a:bodyPr/>
        <a:lstStyle/>
        <a:p>
          <a:r>
            <a:rPr lang="en-IN" b="0" dirty="0">
              <a:solidFill>
                <a:srgbClr val="7030A0"/>
              </a:solidFill>
            </a:rPr>
            <a:t>Rule compliance enforced in code, not prompted for an immune to an LLM “forgetting” a formatting constraint</a:t>
          </a:r>
          <a:endParaRPr lang="en-IN" dirty="0">
            <a:solidFill>
              <a:srgbClr val="7030A0"/>
            </a:solidFill>
          </a:endParaRPr>
        </a:p>
      </dgm:t>
    </dgm:pt>
    <dgm:pt modelId="{5AD25B84-5E59-460A-BD06-34C5E6E29E22}" type="parTrans" cxnId="{44CCC6D4-6B55-4495-8718-1D98B31C865E}">
      <dgm:prSet/>
      <dgm:spPr/>
      <dgm:t>
        <a:bodyPr/>
        <a:lstStyle/>
        <a:p>
          <a:endParaRPr lang="en-IN"/>
        </a:p>
      </dgm:t>
    </dgm:pt>
    <dgm:pt modelId="{650C1D87-EF12-43E5-8B21-939C6DBC166D}" type="sibTrans" cxnId="{44CCC6D4-6B55-4495-8718-1D98B31C865E}">
      <dgm:prSet/>
      <dgm:spPr/>
      <dgm:t>
        <a:bodyPr/>
        <a:lstStyle/>
        <a:p>
          <a:endParaRPr lang="en-IN"/>
        </a:p>
      </dgm:t>
    </dgm:pt>
    <dgm:pt modelId="{42AA1EB2-7D6D-4B17-87AE-A5DE12BF07F3}">
      <dgm:prSet/>
      <dgm:spPr>
        <a:ln>
          <a:noFill/>
        </a:ln>
      </dgm:spPr>
      <dgm:t>
        <a:bodyPr/>
        <a:lstStyle/>
        <a:p>
          <a:r>
            <a:rPr lang="en-IN" b="0" dirty="0">
              <a:solidFill>
                <a:srgbClr val="7030A0"/>
              </a:solidFill>
            </a:rPr>
            <a:t>Architecture designed for incremental upgrade : LLM/embedding swap points isolated from day one</a:t>
          </a:r>
          <a:endParaRPr lang="en-IN" dirty="0">
            <a:solidFill>
              <a:srgbClr val="7030A0"/>
            </a:solidFill>
          </a:endParaRPr>
        </a:p>
      </dgm:t>
    </dgm:pt>
    <dgm:pt modelId="{04CE845A-FFB9-41B7-9ACD-CE349A44C6CB}" type="parTrans" cxnId="{4221D8FB-2A80-45E1-8CBB-C9C9C0ACBB98}">
      <dgm:prSet/>
      <dgm:spPr/>
      <dgm:t>
        <a:bodyPr/>
        <a:lstStyle/>
        <a:p>
          <a:endParaRPr lang="en-IN"/>
        </a:p>
      </dgm:t>
    </dgm:pt>
    <dgm:pt modelId="{BC59E1A6-9947-4B71-BCC2-05335846A7A6}" type="sibTrans" cxnId="{4221D8FB-2A80-45E1-8CBB-C9C9C0ACBB98}">
      <dgm:prSet/>
      <dgm:spPr/>
      <dgm:t>
        <a:bodyPr/>
        <a:lstStyle/>
        <a:p>
          <a:endParaRPr lang="en-IN"/>
        </a:p>
      </dgm:t>
    </dgm:pt>
    <dgm:pt modelId="{321DAB2A-3570-4E54-B081-BCA422B46EAB}" type="pres">
      <dgm:prSet presAssocID="{0E33CF3B-13FD-4035-9A69-2ADED4A156D1}" presName="Name0" presStyleCnt="0">
        <dgm:presLayoutVars>
          <dgm:dir/>
          <dgm:resizeHandles val="exact"/>
        </dgm:presLayoutVars>
      </dgm:prSet>
      <dgm:spPr/>
    </dgm:pt>
    <dgm:pt modelId="{20905376-EDE9-4F31-81AF-7FE245B01572}" type="pres">
      <dgm:prSet presAssocID="{0E33CF3B-13FD-4035-9A69-2ADED4A156D1}" presName="arrow" presStyleLbl="bgShp" presStyleIdx="0" presStyleCnt="1"/>
      <dgm:spPr>
        <a:solidFill>
          <a:srgbClr val="CCCCFF"/>
        </a:solidFill>
      </dgm:spPr>
    </dgm:pt>
    <dgm:pt modelId="{E0564C93-25E3-4F42-A971-8A628BBED11D}" type="pres">
      <dgm:prSet presAssocID="{0E33CF3B-13FD-4035-9A69-2ADED4A156D1}" presName="points" presStyleCnt="0"/>
      <dgm:spPr/>
    </dgm:pt>
    <dgm:pt modelId="{73D245AA-59E8-4CA0-90E9-AEEEE38C30CD}" type="pres">
      <dgm:prSet presAssocID="{2E5B5BFD-11A5-4DF7-AC3D-1AF46BEDB7A4}" presName="compositeA" presStyleCnt="0"/>
      <dgm:spPr/>
    </dgm:pt>
    <dgm:pt modelId="{857539BA-CC96-4D15-BB0E-721C8EC5C9ED}" type="pres">
      <dgm:prSet presAssocID="{2E5B5BFD-11A5-4DF7-AC3D-1AF46BEDB7A4}" presName="textA" presStyleLbl="revTx" presStyleIdx="0" presStyleCnt="4">
        <dgm:presLayoutVars>
          <dgm:bulletEnabled val="1"/>
        </dgm:presLayoutVars>
      </dgm:prSet>
      <dgm:spPr/>
    </dgm:pt>
    <dgm:pt modelId="{C6E10961-4142-458F-AE1A-31AF1623BF28}" type="pres">
      <dgm:prSet presAssocID="{2E5B5BFD-11A5-4DF7-AC3D-1AF46BEDB7A4}" presName="circleA" presStyleLbl="node1" presStyleIdx="0" presStyleCnt="4"/>
      <dgm:spPr>
        <a:solidFill>
          <a:srgbClr val="7030A0"/>
        </a:solidFill>
        <a:ln>
          <a:solidFill>
            <a:srgbClr val="7030A0"/>
          </a:solidFill>
        </a:ln>
      </dgm:spPr>
    </dgm:pt>
    <dgm:pt modelId="{88728EF0-1F71-4228-B099-206524F0671D}" type="pres">
      <dgm:prSet presAssocID="{2E5B5BFD-11A5-4DF7-AC3D-1AF46BEDB7A4}" presName="spaceA" presStyleCnt="0"/>
      <dgm:spPr/>
    </dgm:pt>
    <dgm:pt modelId="{7B2640B3-12BD-41BF-8B0F-0900E75DE51C}" type="pres">
      <dgm:prSet presAssocID="{EAA7637A-78A9-462A-9577-FE962725F898}" presName="space" presStyleCnt="0"/>
      <dgm:spPr/>
    </dgm:pt>
    <dgm:pt modelId="{127DA518-8834-42F4-BD05-42088C06EF2C}" type="pres">
      <dgm:prSet presAssocID="{D7F5A86B-7805-447C-B46F-CB15CE2227C1}" presName="compositeB" presStyleCnt="0"/>
      <dgm:spPr/>
    </dgm:pt>
    <dgm:pt modelId="{E15E8ED3-3D72-4B40-B5D1-7A0F2F6FDF88}" type="pres">
      <dgm:prSet presAssocID="{D7F5A86B-7805-447C-B46F-CB15CE2227C1}" presName="textB" presStyleLbl="revTx" presStyleIdx="1" presStyleCnt="4">
        <dgm:presLayoutVars>
          <dgm:bulletEnabled val="1"/>
        </dgm:presLayoutVars>
      </dgm:prSet>
      <dgm:spPr/>
    </dgm:pt>
    <dgm:pt modelId="{31BAB4F1-4BB9-4DFD-80E8-9F490035303B}" type="pres">
      <dgm:prSet presAssocID="{D7F5A86B-7805-447C-B46F-CB15CE2227C1}" presName="circleB" presStyleLbl="node1" presStyleIdx="1" presStyleCnt="4"/>
      <dgm:spPr>
        <a:solidFill>
          <a:srgbClr val="7030A0"/>
        </a:solidFill>
        <a:ln>
          <a:solidFill>
            <a:srgbClr val="7030A0"/>
          </a:solidFill>
        </a:ln>
      </dgm:spPr>
    </dgm:pt>
    <dgm:pt modelId="{B61D0441-FC1C-42F2-B621-E890A08807B0}" type="pres">
      <dgm:prSet presAssocID="{D7F5A86B-7805-447C-B46F-CB15CE2227C1}" presName="spaceB" presStyleCnt="0"/>
      <dgm:spPr/>
    </dgm:pt>
    <dgm:pt modelId="{79AEC075-EBCF-41F6-9BD4-F7F18B609BF9}" type="pres">
      <dgm:prSet presAssocID="{61D160B6-5CF6-4D3B-B1D4-14891213D02D}" presName="space" presStyleCnt="0"/>
      <dgm:spPr/>
    </dgm:pt>
    <dgm:pt modelId="{DB270B37-37EC-44D9-AD09-82810CF6F377}" type="pres">
      <dgm:prSet presAssocID="{296FECE7-2C55-4627-9729-CA226C6E0CF2}" presName="compositeA" presStyleCnt="0"/>
      <dgm:spPr/>
    </dgm:pt>
    <dgm:pt modelId="{C719DE44-520D-4AB1-A194-5F436D038507}" type="pres">
      <dgm:prSet presAssocID="{296FECE7-2C55-4627-9729-CA226C6E0CF2}" presName="textA" presStyleLbl="revTx" presStyleIdx="2" presStyleCnt="4">
        <dgm:presLayoutVars>
          <dgm:bulletEnabled val="1"/>
        </dgm:presLayoutVars>
      </dgm:prSet>
      <dgm:spPr/>
    </dgm:pt>
    <dgm:pt modelId="{6DC3443C-46B6-4DE6-864C-409D722EB124}" type="pres">
      <dgm:prSet presAssocID="{296FECE7-2C55-4627-9729-CA226C6E0CF2}" presName="circleA" presStyleLbl="node1" presStyleIdx="2" presStyleCnt="4"/>
      <dgm:spPr>
        <a:solidFill>
          <a:srgbClr val="7030A0"/>
        </a:solidFill>
        <a:ln>
          <a:solidFill>
            <a:srgbClr val="7030A0"/>
          </a:solidFill>
        </a:ln>
      </dgm:spPr>
    </dgm:pt>
    <dgm:pt modelId="{3146B6B8-F94F-4E9F-B535-4C0A1FBE2D03}" type="pres">
      <dgm:prSet presAssocID="{296FECE7-2C55-4627-9729-CA226C6E0CF2}" presName="spaceA" presStyleCnt="0"/>
      <dgm:spPr/>
    </dgm:pt>
    <dgm:pt modelId="{2DAEBD45-36CE-4FA3-9D4E-5A954135E0A2}" type="pres">
      <dgm:prSet presAssocID="{650C1D87-EF12-43E5-8B21-939C6DBC166D}" presName="space" presStyleCnt="0"/>
      <dgm:spPr/>
    </dgm:pt>
    <dgm:pt modelId="{E99299AC-EAB8-4952-A546-55E40C6D6C01}" type="pres">
      <dgm:prSet presAssocID="{42AA1EB2-7D6D-4B17-87AE-A5DE12BF07F3}" presName="compositeB" presStyleCnt="0"/>
      <dgm:spPr/>
    </dgm:pt>
    <dgm:pt modelId="{18718DA4-46F2-46B5-B3C6-650828D1D982}" type="pres">
      <dgm:prSet presAssocID="{42AA1EB2-7D6D-4B17-87AE-A5DE12BF07F3}" presName="textB" presStyleLbl="revTx" presStyleIdx="3" presStyleCnt="4">
        <dgm:presLayoutVars>
          <dgm:bulletEnabled val="1"/>
        </dgm:presLayoutVars>
      </dgm:prSet>
      <dgm:spPr/>
    </dgm:pt>
    <dgm:pt modelId="{6E49579C-72ED-424D-9A55-41527549C3E7}" type="pres">
      <dgm:prSet presAssocID="{42AA1EB2-7D6D-4B17-87AE-A5DE12BF07F3}" presName="circleB" presStyleLbl="node1" presStyleIdx="3" presStyleCnt="4"/>
      <dgm:spPr>
        <a:solidFill>
          <a:srgbClr val="7030A0"/>
        </a:solidFill>
        <a:ln>
          <a:solidFill>
            <a:srgbClr val="7030A0"/>
          </a:solidFill>
        </a:ln>
      </dgm:spPr>
    </dgm:pt>
    <dgm:pt modelId="{2FFC8420-99F7-405F-B158-6E972E45FC63}" type="pres">
      <dgm:prSet presAssocID="{42AA1EB2-7D6D-4B17-87AE-A5DE12BF07F3}" presName="spaceB" presStyleCnt="0"/>
      <dgm:spPr/>
    </dgm:pt>
  </dgm:ptLst>
  <dgm:cxnLst>
    <dgm:cxn modelId="{B8201C25-71DD-489F-8539-40C672ABCDCC}" type="presOf" srcId="{296FECE7-2C55-4627-9729-CA226C6E0CF2}" destId="{C719DE44-520D-4AB1-A194-5F436D038507}" srcOrd="0" destOrd="0" presId="urn:microsoft.com/office/officeart/2005/8/layout/hProcess11"/>
    <dgm:cxn modelId="{F7E0234A-21F6-47EE-A4C4-0BA352A741C7}" type="presOf" srcId="{42AA1EB2-7D6D-4B17-87AE-A5DE12BF07F3}" destId="{18718DA4-46F2-46B5-B3C6-650828D1D982}" srcOrd="0" destOrd="0" presId="urn:microsoft.com/office/officeart/2005/8/layout/hProcess11"/>
    <dgm:cxn modelId="{DE58566F-DBFB-4A93-881E-B6A07AB92EC3}" srcId="{0E33CF3B-13FD-4035-9A69-2ADED4A156D1}" destId="{2E5B5BFD-11A5-4DF7-AC3D-1AF46BEDB7A4}" srcOrd="0" destOrd="0" parTransId="{0E9BF521-4875-4A68-AA23-A5A7225DA70D}" sibTransId="{EAA7637A-78A9-462A-9577-FE962725F898}"/>
    <dgm:cxn modelId="{B9116053-CB08-40F4-B870-493CF602ED6C}" srcId="{0E33CF3B-13FD-4035-9A69-2ADED4A156D1}" destId="{D7F5A86B-7805-447C-B46F-CB15CE2227C1}" srcOrd="1" destOrd="0" parTransId="{D69918CA-C7FB-4025-9431-28F8D29AC1D8}" sibTransId="{61D160B6-5CF6-4D3B-B1D4-14891213D02D}"/>
    <dgm:cxn modelId="{E5386E8B-6BED-463F-BDAE-F0833252355B}" type="presOf" srcId="{0E33CF3B-13FD-4035-9A69-2ADED4A156D1}" destId="{321DAB2A-3570-4E54-B081-BCA422B46EAB}" srcOrd="0" destOrd="0" presId="urn:microsoft.com/office/officeart/2005/8/layout/hProcess11"/>
    <dgm:cxn modelId="{27F01B9C-AEE5-4351-ABE5-0BE38FF4BB78}" type="presOf" srcId="{D7F5A86B-7805-447C-B46F-CB15CE2227C1}" destId="{E15E8ED3-3D72-4B40-B5D1-7A0F2F6FDF88}" srcOrd="0" destOrd="0" presId="urn:microsoft.com/office/officeart/2005/8/layout/hProcess11"/>
    <dgm:cxn modelId="{20727ACC-2263-4A3D-AA46-C1FC1B7CC4B2}" type="presOf" srcId="{2E5B5BFD-11A5-4DF7-AC3D-1AF46BEDB7A4}" destId="{857539BA-CC96-4D15-BB0E-721C8EC5C9ED}" srcOrd="0" destOrd="0" presId="urn:microsoft.com/office/officeart/2005/8/layout/hProcess11"/>
    <dgm:cxn modelId="{44CCC6D4-6B55-4495-8718-1D98B31C865E}" srcId="{0E33CF3B-13FD-4035-9A69-2ADED4A156D1}" destId="{296FECE7-2C55-4627-9729-CA226C6E0CF2}" srcOrd="2" destOrd="0" parTransId="{5AD25B84-5E59-460A-BD06-34C5E6E29E22}" sibTransId="{650C1D87-EF12-43E5-8B21-939C6DBC166D}"/>
    <dgm:cxn modelId="{4221D8FB-2A80-45E1-8CBB-C9C9C0ACBB98}" srcId="{0E33CF3B-13FD-4035-9A69-2ADED4A156D1}" destId="{42AA1EB2-7D6D-4B17-87AE-A5DE12BF07F3}" srcOrd="3" destOrd="0" parTransId="{04CE845A-FFB9-41B7-9ACD-CE349A44C6CB}" sibTransId="{BC59E1A6-9947-4B71-BCC2-05335846A7A6}"/>
    <dgm:cxn modelId="{5790FC28-1D75-4E93-806C-6A31FE9656EB}" type="presParOf" srcId="{321DAB2A-3570-4E54-B081-BCA422B46EAB}" destId="{20905376-EDE9-4F31-81AF-7FE245B01572}" srcOrd="0" destOrd="0" presId="urn:microsoft.com/office/officeart/2005/8/layout/hProcess11"/>
    <dgm:cxn modelId="{47CEF07D-B35E-4BFB-90EB-F6D474105D96}" type="presParOf" srcId="{321DAB2A-3570-4E54-B081-BCA422B46EAB}" destId="{E0564C93-25E3-4F42-A971-8A628BBED11D}" srcOrd="1" destOrd="0" presId="urn:microsoft.com/office/officeart/2005/8/layout/hProcess11"/>
    <dgm:cxn modelId="{8254F15B-2C63-4AA2-B271-DE84B2E6B2D0}" type="presParOf" srcId="{E0564C93-25E3-4F42-A971-8A628BBED11D}" destId="{73D245AA-59E8-4CA0-90E9-AEEEE38C30CD}" srcOrd="0" destOrd="0" presId="urn:microsoft.com/office/officeart/2005/8/layout/hProcess11"/>
    <dgm:cxn modelId="{B315B368-C477-4EC4-9F07-E27341B25664}" type="presParOf" srcId="{73D245AA-59E8-4CA0-90E9-AEEEE38C30CD}" destId="{857539BA-CC96-4D15-BB0E-721C8EC5C9ED}" srcOrd="0" destOrd="0" presId="urn:microsoft.com/office/officeart/2005/8/layout/hProcess11"/>
    <dgm:cxn modelId="{76498EC8-5A04-46B7-A1E3-D1CE5326301F}" type="presParOf" srcId="{73D245AA-59E8-4CA0-90E9-AEEEE38C30CD}" destId="{C6E10961-4142-458F-AE1A-31AF1623BF28}" srcOrd="1" destOrd="0" presId="urn:microsoft.com/office/officeart/2005/8/layout/hProcess11"/>
    <dgm:cxn modelId="{AF1780FD-82CB-4479-ADAF-93EAC40E4BD8}" type="presParOf" srcId="{73D245AA-59E8-4CA0-90E9-AEEEE38C30CD}" destId="{88728EF0-1F71-4228-B099-206524F0671D}" srcOrd="2" destOrd="0" presId="urn:microsoft.com/office/officeart/2005/8/layout/hProcess11"/>
    <dgm:cxn modelId="{6B9020CC-1C0E-4A7C-B81F-E27FA522B31D}" type="presParOf" srcId="{E0564C93-25E3-4F42-A971-8A628BBED11D}" destId="{7B2640B3-12BD-41BF-8B0F-0900E75DE51C}" srcOrd="1" destOrd="0" presId="urn:microsoft.com/office/officeart/2005/8/layout/hProcess11"/>
    <dgm:cxn modelId="{2302EEC8-E3F4-4300-B5C5-08128A9471F0}" type="presParOf" srcId="{E0564C93-25E3-4F42-A971-8A628BBED11D}" destId="{127DA518-8834-42F4-BD05-42088C06EF2C}" srcOrd="2" destOrd="0" presId="urn:microsoft.com/office/officeart/2005/8/layout/hProcess11"/>
    <dgm:cxn modelId="{9EEDD1CC-36DD-414E-8429-6A7C2AC69A2F}" type="presParOf" srcId="{127DA518-8834-42F4-BD05-42088C06EF2C}" destId="{E15E8ED3-3D72-4B40-B5D1-7A0F2F6FDF88}" srcOrd="0" destOrd="0" presId="urn:microsoft.com/office/officeart/2005/8/layout/hProcess11"/>
    <dgm:cxn modelId="{950DB933-1E51-4387-B87C-4ADF1563DA9F}" type="presParOf" srcId="{127DA518-8834-42F4-BD05-42088C06EF2C}" destId="{31BAB4F1-4BB9-4DFD-80E8-9F490035303B}" srcOrd="1" destOrd="0" presId="urn:microsoft.com/office/officeart/2005/8/layout/hProcess11"/>
    <dgm:cxn modelId="{77CA7184-AA8B-42E2-8D9A-46C9DDBDE339}" type="presParOf" srcId="{127DA518-8834-42F4-BD05-42088C06EF2C}" destId="{B61D0441-FC1C-42F2-B621-E890A08807B0}" srcOrd="2" destOrd="0" presId="urn:microsoft.com/office/officeart/2005/8/layout/hProcess11"/>
    <dgm:cxn modelId="{F0E8E052-24A0-4412-A9C9-C280A45F953E}" type="presParOf" srcId="{E0564C93-25E3-4F42-A971-8A628BBED11D}" destId="{79AEC075-EBCF-41F6-9BD4-F7F18B609BF9}" srcOrd="3" destOrd="0" presId="urn:microsoft.com/office/officeart/2005/8/layout/hProcess11"/>
    <dgm:cxn modelId="{CE749C1B-0A3D-4ACB-85FE-C72BB3DC18D8}" type="presParOf" srcId="{E0564C93-25E3-4F42-A971-8A628BBED11D}" destId="{DB270B37-37EC-44D9-AD09-82810CF6F377}" srcOrd="4" destOrd="0" presId="urn:microsoft.com/office/officeart/2005/8/layout/hProcess11"/>
    <dgm:cxn modelId="{96611A58-19F6-40CB-A515-046C6D8538AB}" type="presParOf" srcId="{DB270B37-37EC-44D9-AD09-82810CF6F377}" destId="{C719DE44-520D-4AB1-A194-5F436D038507}" srcOrd="0" destOrd="0" presId="urn:microsoft.com/office/officeart/2005/8/layout/hProcess11"/>
    <dgm:cxn modelId="{77CB0092-B5EF-4051-BAED-7097EE4C55A4}" type="presParOf" srcId="{DB270B37-37EC-44D9-AD09-82810CF6F377}" destId="{6DC3443C-46B6-4DE6-864C-409D722EB124}" srcOrd="1" destOrd="0" presId="urn:microsoft.com/office/officeart/2005/8/layout/hProcess11"/>
    <dgm:cxn modelId="{BD0916C9-A4DD-4D85-9DDB-4C766EAEED44}" type="presParOf" srcId="{DB270B37-37EC-44D9-AD09-82810CF6F377}" destId="{3146B6B8-F94F-4E9F-B535-4C0A1FBE2D03}" srcOrd="2" destOrd="0" presId="urn:microsoft.com/office/officeart/2005/8/layout/hProcess11"/>
    <dgm:cxn modelId="{2A016B09-BD95-4134-8BD9-54F6C879AE2F}" type="presParOf" srcId="{E0564C93-25E3-4F42-A971-8A628BBED11D}" destId="{2DAEBD45-36CE-4FA3-9D4E-5A954135E0A2}" srcOrd="5" destOrd="0" presId="urn:microsoft.com/office/officeart/2005/8/layout/hProcess11"/>
    <dgm:cxn modelId="{9DFEFBAC-B41B-4B77-85C5-32751F803591}" type="presParOf" srcId="{E0564C93-25E3-4F42-A971-8A628BBED11D}" destId="{E99299AC-EAB8-4952-A546-55E40C6D6C01}" srcOrd="6" destOrd="0" presId="urn:microsoft.com/office/officeart/2005/8/layout/hProcess11"/>
    <dgm:cxn modelId="{8D08A8B4-5E10-4B25-AF61-814CB79B44B0}" type="presParOf" srcId="{E99299AC-EAB8-4952-A546-55E40C6D6C01}" destId="{18718DA4-46F2-46B5-B3C6-650828D1D982}" srcOrd="0" destOrd="0" presId="urn:microsoft.com/office/officeart/2005/8/layout/hProcess11"/>
    <dgm:cxn modelId="{F0255993-2F18-45CD-AEA1-40FB28337640}" type="presParOf" srcId="{E99299AC-EAB8-4952-A546-55E40C6D6C01}" destId="{6E49579C-72ED-424D-9A55-41527549C3E7}" srcOrd="1" destOrd="0" presId="urn:microsoft.com/office/officeart/2005/8/layout/hProcess11"/>
    <dgm:cxn modelId="{323706A3-78C1-49BA-A2FF-D2BDB5FD58A1}" type="presParOf" srcId="{E99299AC-EAB8-4952-A546-55E40C6D6C01}" destId="{2FFC8420-99F7-405F-B158-6E972E45FC63}" srcOrd="2" destOrd="0" presId="urn:microsoft.com/office/officeart/2005/8/layout/hProcess11"/>
  </dgm:cxnLst>
  <dgm:bg/>
  <dgm:whole>
    <a:ln>
      <a:solidFill>
        <a:srgbClr val="7030A0"/>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4E38D4-AAAD-4E86-85CF-41432B73C9AE}">
      <dsp:nvSpPr>
        <dsp:cNvPr id="0" name=""/>
        <dsp:cNvSpPr/>
      </dsp:nvSpPr>
      <dsp:spPr>
        <a:xfrm>
          <a:off x="1283" y="0"/>
          <a:ext cx="3337470" cy="4351338"/>
        </a:xfrm>
        <a:prstGeom prst="roundRect">
          <a:avLst>
            <a:gd name="adj" fmla="val 10000"/>
          </a:avLst>
        </a:prstGeom>
        <a:solidFill>
          <a:srgbClr val="CCCCFF"/>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IN" sz="3600" b="1" kern="1200" dirty="0">
              <a:solidFill>
                <a:srgbClr val="7030A0"/>
              </a:solidFill>
            </a:rPr>
            <a:t>Problem statement</a:t>
          </a:r>
          <a:endParaRPr lang="en-IN" sz="3600" kern="1200" dirty="0">
            <a:solidFill>
              <a:srgbClr val="7030A0"/>
            </a:solidFill>
          </a:endParaRPr>
        </a:p>
      </dsp:txBody>
      <dsp:txXfrm>
        <a:off x="1283" y="0"/>
        <a:ext cx="3337470" cy="1305401"/>
      </dsp:txXfrm>
    </dsp:sp>
    <dsp:sp modelId="{9319F47C-11D7-4A22-A806-13E9282934C3}">
      <dsp:nvSpPr>
        <dsp:cNvPr id="0" name=""/>
        <dsp:cNvSpPr/>
      </dsp:nvSpPr>
      <dsp:spPr>
        <a:xfrm>
          <a:off x="335030" y="1305401"/>
          <a:ext cx="2669976" cy="2828369"/>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IN" sz="1300" b="0" kern="1200" dirty="0"/>
            <a:t>Customers describe issues in vague language </a:t>
          </a:r>
        </a:p>
        <a:p>
          <a:pPr marL="0" lvl="0" indent="0" algn="ctr" defTabSz="577850">
            <a:lnSpc>
              <a:spcPct val="90000"/>
            </a:lnSpc>
            <a:spcBef>
              <a:spcPct val="0"/>
            </a:spcBef>
            <a:spcAft>
              <a:spcPct val="35000"/>
            </a:spcAft>
            <a:buNone/>
          </a:pPr>
          <a:r>
            <a:rPr lang="en-IN" sz="1300" b="0" kern="1200" dirty="0"/>
            <a:t>"screen flickers, battery dies fast" mapping that to exact troubleshooting steps takes 15 min per case across millions of support interactions.</a:t>
          </a:r>
          <a:endParaRPr lang="en-IN" sz="1300" kern="1200" dirty="0"/>
        </a:p>
      </dsp:txBody>
      <dsp:txXfrm>
        <a:off x="413231" y="1383602"/>
        <a:ext cx="2513574" cy="2671967"/>
      </dsp:txXfrm>
    </dsp:sp>
    <dsp:sp modelId="{F9122EDA-BFA2-49FD-842F-0353F04B1A73}">
      <dsp:nvSpPr>
        <dsp:cNvPr id="0" name=""/>
        <dsp:cNvSpPr/>
      </dsp:nvSpPr>
      <dsp:spPr>
        <a:xfrm>
          <a:off x="3589064" y="0"/>
          <a:ext cx="3337470" cy="4351338"/>
        </a:xfrm>
        <a:prstGeom prst="roundRect">
          <a:avLst>
            <a:gd name="adj" fmla="val 10000"/>
          </a:avLst>
        </a:prstGeom>
        <a:solidFill>
          <a:srgbClr val="CCCCFF"/>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IN" sz="3600" b="1" kern="1200" dirty="0">
              <a:solidFill>
                <a:srgbClr val="7030A0"/>
              </a:solidFill>
            </a:rPr>
            <a:t>What we built</a:t>
          </a:r>
          <a:endParaRPr lang="en-IN" sz="3600" kern="1200" dirty="0">
            <a:solidFill>
              <a:srgbClr val="7030A0"/>
            </a:solidFill>
          </a:endParaRPr>
        </a:p>
      </dsp:txBody>
      <dsp:txXfrm>
        <a:off x="3589064" y="0"/>
        <a:ext cx="3337470" cy="1305401"/>
      </dsp:txXfrm>
    </dsp:sp>
    <dsp:sp modelId="{8D8FA758-E539-4D77-B7C0-801648A8A251}">
      <dsp:nvSpPr>
        <dsp:cNvPr id="0" name=""/>
        <dsp:cNvSpPr/>
      </dsp:nvSpPr>
      <dsp:spPr>
        <a:xfrm>
          <a:off x="3922811" y="1305507"/>
          <a:ext cx="2669976" cy="633897"/>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IN" sz="1300" b="0" kern="1200" dirty="0"/>
            <a:t>Query enrichment: raw complaint to canonical technical query</a:t>
          </a:r>
          <a:endParaRPr lang="en-IN" sz="1300" kern="1200" dirty="0"/>
        </a:p>
      </dsp:txBody>
      <dsp:txXfrm>
        <a:off x="3941377" y="1324073"/>
        <a:ext cx="2632844" cy="596765"/>
      </dsp:txXfrm>
    </dsp:sp>
    <dsp:sp modelId="{C8F43AFB-AE22-4B30-A584-05E37C422E35}">
      <dsp:nvSpPr>
        <dsp:cNvPr id="0" name=""/>
        <dsp:cNvSpPr/>
      </dsp:nvSpPr>
      <dsp:spPr>
        <a:xfrm>
          <a:off x="3922811" y="2036927"/>
          <a:ext cx="2669976" cy="633897"/>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IN" sz="1300" b="0" kern="1200" dirty="0"/>
            <a:t>Deterministic extraction: SIIS text to ordered Goal / Action / </a:t>
          </a:r>
          <a:r>
            <a:rPr lang="en-IN" sz="1300" b="0" kern="1200" dirty="0" err="1"/>
            <a:t>StepGroup</a:t>
          </a:r>
          <a:r>
            <a:rPr lang="en-IN" sz="1300" b="0" kern="1200" dirty="0"/>
            <a:t>, zero invention</a:t>
          </a:r>
          <a:endParaRPr lang="en-IN" sz="1300" kern="1200" dirty="0"/>
        </a:p>
      </dsp:txBody>
      <dsp:txXfrm>
        <a:off x="3941377" y="2055493"/>
        <a:ext cx="2632844" cy="596765"/>
      </dsp:txXfrm>
    </dsp:sp>
    <dsp:sp modelId="{3AD4E568-7760-4B32-8278-F86AB7DC200B}">
      <dsp:nvSpPr>
        <dsp:cNvPr id="0" name=""/>
        <dsp:cNvSpPr/>
      </dsp:nvSpPr>
      <dsp:spPr>
        <a:xfrm>
          <a:off x="3922811" y="2768347"/>
          <a:ext cx="2669976" cy="633897"/>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IN" sz="1300" b="0" kern="1200"/>
            <a:t>Hybrid deeplink retrieval: BM25 + TF-IDF matched to exact Settings screens</a:t>
          </a:r>
          <a:endParaRPr lang="en-IN" sz="1300" kern="1200"/>
        </a:p>
      </dsp:txBody>
      <dsp:txXfrm>
        <a:off x="3941377" y="2786913"/>
        <a:ext cx="2632844" cy="596765"/>
      </dsp:txXfrm>
    </dsp:sp>
    <dsp:sp modelId="{0D892923-BEC8-43AA-8943-13CA15B25D55}">
      <dsp:nvSpPr>
        <dsp:cNvPr id="0" name=""/>
        <dsp:cNvSpPr/>
      </dsp:nvSpPr>
      <dsp:spPr>
        <a:xfrm>
          <a:off x="3922811" y="3499767"/>
          <a:ext cx="2669976" cy="633897"/>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IN" sz="1300" b="0" kern="1200"/>
            <a:t>Fast-path cache: validated answers in &lt;1ms on repeat / near-duplicate queries</a:t>
          </a:r>
          <a:endParaRPr lang="en-IN" sz="1300" kern="1200"/>
        </a:p>
      </dsp:txBody>
      <dsp:txXfrm>
        <a:off x="3941377" y="3518333"/>
        <a:ext cx="2632844" cy="596765"/>
      </dsp:txXfrm>
    </dsp:sp>
    <dsp:sp modelId="{3DA3A061-3928-473C-A651-243425DE3B87}">
      <dsp:nvSpPr>
        <dsp:cNvPr id="0" name=""/>
        <dsp:cNvSpPr/>
      </dsp:nvSpPr>
      <dsp:spPr>
        <a:xfrm>
          <a:off x="7176845" y="0"/>
          <a:ext cx="3337470" cy="4351338"/>
        </a:xfrm>
        <a:prstGeom prst="roundRect">
          <a:avLst>
            <a:gd name="adj" fmla="val 10000"/>
          </a:avLst>
        </a:prstGeom>
        <a:solidFill>
          <a:srgbClr val="CCCCFF"/>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IN" sz="3600" b="1" kern="1200" dirty="0">
              <a:solidFill>
                <a:srgbClr val="7030A0"/>
              </a:solidFill>
            </a:rPr>
            <a:t>Scope &amp; constraints</a:t>
          </a:r>
          <a:endParaRPr lang="en-IN" sz="3600" kern="1200" dirty="0">
            <a:solidFill>
              <a:srgbClr val="7030A0"/>
            </a:solidFill>
          </a:endParaRPr>
        </a:p>
      </dsp:txBody>
      <dsp:txXfrm>
        <a:off x="7176845" y="0"/>
        <a:ext cx="3337470" cy="1305401"/>
      </dsp:txXfrm>
    </dsp:sp>
    <dsp:sp modelId="{10EFD250-A78D-471A-8C5D-A89A09FD0AFB}">
      <dsp:nvSpPr>
        <dsp:cNvPr id="0" name=""/>
        <dsp:cNvSpPr/>
      </dsp:nvSpPr>
      <dsp:spPr>
        <a:xfrm>
          <a:off x="7510592" y="1305773"/>
          <a:ext cx="2669976" cy="854863"/>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IN" sz="1300" b="0" kern="1200" dirty="0"/>
            <a:t>Deliverable: REST API (</a:t>
          </a:r>
          <a:r>
            <a:rPr lang="en-IN" sz="1300" b="0" kern="1200" dirty="0" err="1"/>
            <a:t>FastAPI</a:t>
          </a:r>
          <a:r>
            <a:rPr lang="en-IN" sz="1300" b="0" kern="1200" dirty="0"/>
            <a:t>) returning schema-validated JSON no mobile app</a:t>
          </a:r>
          <a:endParaRPr lang="en-IN" sz="1300" kern="1200" dirty="0"/>
        </a:p>
      </dsp:txBody>
      <dsp:txXfrm>
        <a:off x="7535630" y="1330811"/>
        <a:ext cx="2619900" cy="804787"/>
      </dsp:txXfrm>
    </dsp:sp>
    <dsp:sp modelId="{6A8C8DE9-E465-467E-86F5-C7F0946DEBBF}">
      <dsp:nvSpPr>
        <dsp:cNvPr id="0" name=""/>
        <dsp:cNvSpPr/>
      </dsp:nvSpPr>
      <dsp:spPr>
        <a:xfrm>
          <a:off x="7510592" y="2292154"/>
          <a:ext cx="2669976" cy="854863"/>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IN" sz="1300" b="0" kern="1200"/>
            <a:t>POST /v1/troubleshoot, GET /health per the official contract</a:t>
          </a:r>
          <a:endParaRPr lang="en-IN" sz="1300" kern="1200"/>
        </a:p>
      </dsp:txBody>
      <dsp:txXfrm>
        <a:off x="7535630" y="2317192"/>
        <a:ext cx="2619900" cy="804787"/>
      </dsp:txXfrm>
    </dsp:sp>
    <dsp:sp modelId="{D3C35A3B-C2F9-4AEB-B3D5-6D8519B4B8E5}">
      <dsp:nvSpPr>
        <dsp:cNvPr id="0" name=""/>
        <dsp:cNvSpPr/>
      </dsp:nvSpPr>
      <dsp:spPr>
        <a:xfrm>
          <a:off x="7510592" y="3278535"/>
          <a:ext cx="2669976" cy="854863"/>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IN" sz="1300" b="0" kern="1200" dirty="0"/>
            <a:t>Zero fabricated URLs/URIs </a:t>
          </a:r>
          <a:r>
            <a:rPr lang="en-IN" sz="1300" b="0" kern="1200" dirty="0" err="1"/>
            <a:t>deeplinks</a:t>
          </a:r>
          <a:r>
            <a:rPr lang="en-IN" sz="1300" b="0" kern="1200" dirty="0"/>
            <a:t> copied verbatim from the masked </a:t>
          </a:r>
          <a:r>
            <a:rPr lang="en-IN" sz="1300" b="0" kern="1200" dirty="0" err="1"/>
            <a:t>catalog</a:t>
          </a:r>
          <a:endParaRPr lang="en-IN" sz="1300" kern="1200" dirty="0"/>
        </a:p>
      </dsp:txBody>
      <dsp:txXfrm>
        <a:off x="7535630" y="3303573"/>
        <a:ext cx="2619900" cy="804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57C4FA-9048-41F8-B06F-0CA381C4A69B}">
      <dsp:nvSpPr>
        <dsp:cNvPr id="0" name=""/>
        <dsp:cNvSpPr/>
      </dsp:nvSpPr>
      <dsp:spPr>
        <a:xfrm>
          <a:off x="1370" y="380376"/>
          <a:ext cx="2736725" cy="1094690"/>
        </a:xfrm>
        <a:prstGeom prst="chevron">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15875" rIns="0" bIns="15875" numCol="1" spcCol="1270" anchor="ctr" anchorCtr="0">
          <a:noAutofit/>
        </a:bodyPr>
        <a:lstStyle/>
        <a:p>
          <a:pPr marL="0" lvl="0" indent="0" algn="ctr" defTabSz="1111250">
            <a:lnSpc>
              <a:spcPct val="90000"/>
            </a:lnSpc>
            <a:spcBef>
              <a:spcPct val="0"/>
            </a:spcBef>
            <a:spcAft>
              <a:spcPct val="35000"/>
            </a:spcAft>
            <a:buNone/>
          </a:pPr>
          <a:r>
            <a:rPr lang="en-IN" sz="2500" b="1" kern="1200"/>
            <a:t>Today</a:t>
          </a:r>
          <a:endParaRPr lang="en-IN" sz="2500" kern="1200"/>
        </a:p>
      </dsp:txBody>
      <dsp:txXfrm>
        <a:off x="548715" y="380376"/>
        <a:ext cx="1642035" cy="1094690"/>
      </dsp:txXfrm>
    </dsp:sp>
    <dsp:sp modelId="{76ADD174-0F3B-4F7C-B11C-719ABFB58563}">
      <dsp:nvSpPr>
        <dsp:cNvPr id="0" name=""/>
        <dsp:cNvSpPr/>
      </dsp:nvSpPr>
      <dsp:spPr>
        <a:xfrm>
          <a:off x="2382322" y="473425"/>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dirty="0"/>
            <a:t>A support agent reads unstructured SIIS articles, mentally maps steps </a:t>
          </a:r>
          <a:endParaRPr lang="en-IN" sz="1200" kern="1200" dirty="0"/>
        </a:p>
      </dsp:txBody>
      <dsp:txXfrm>
        <a:off x="2836619" y="473425"/>
        <a:ext cx="1362889" cy="908593"/>
      </dsp:txXfrm>
    </dsp:sp>
    <dsp:sp modelId="{40D1D557-3BA1-4A2D-917C-D259EF3BCAB6}">
      <dsp:nvSpPr>
        <dsp:cNvPr id="0" name=""/>
        <dsp:cNvSpPr/>
      </dsp:nvSpPr>
      <dsp:spPr>
        <a:xfrm>
          <a:off x="4335797" y="473425"/>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dirty="0"/>
            <a:t>Then explains manual Settings navigation in 15 minutes per interaction.</a:t>
          </a:r>
          <a:endParaRPr lang="en-IN" sz="1200" kern="1200" dirty="0"/>
        </a:p>
      </dsp:txBody>
      <dsp:txXfrm>
        <a:off x="4790094" y="473425"/>
        <a:ext cx="1362889" cy="908593"/>
      </dsp:txXfrm>
    </dsp:sp>
    <dsp:sp modelId="{9368C23F-8A8D-4E21-B01F-97E8577D15F3}">
      <dsp:nvSpPr>
        <dsp:cNvPr id="0" name=""/>
        <dsp:cNvSpPr/>
      </dsp:nvSpPr>
      <dsp:spPr>
        <a:xfrm>
          <a:off x="1370" y="1628323"/>
          <a:ext cx="2736725" cy="1094690"/>
        </a:xfrm>
        <a:prstGeom prst="chevron">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15875" rIns="0" bIns="15875" numCol="1" spcCol="1270" anchor="ctr" anchorCtr="0">
          <a:noAutofit/>
        </a:bodyPr>
        <a:lstStyle/>
        <a:p>
          <a:pPr marL="0" lvl="0" indent="0" algn="ctr" defTabSz="1111250">
            <a:lnSpc>
              <a:spcPct val="90000"/>
            </a:lnSpc>
            <a:spcBef>
              <a:spcPct val="0"/>
            </a:spcBef>
            <a:spcAft>
              <a:spcPct val="35000"/>
            </a:spcAft>
            <a:buNone/>
          </a:pPr>
          <a:r>
            <a:rPr lang="en-IN" sz="2500" b="1" kern="1200"/>
            <a:t>Generic RAG chatbots</a:t>
          </a:r>
          <a:endParaRPr lang="en-IN" sz="2500" kern="1200"/>
        </a:p>
      </dsp:txBody>
      <dsp:txXfrm>
        <a:off x="548715" y="1628323"/>
        <a:ext cx="1642035" cy="1094690"/>
      </dsp:txXfrm>
    </dsp:sp>
    <dsp:sp modelId="{12BA913D-BD41-459F-BE79-E8EC737A77CC}">
      <dsp:nvSpPr>
        <dsp:cNvPr id="0" name=""/>
        <dsp:cNvSpPr/>
      </dsp:nvSpPr>
      <dsp:spPr>
        <a:xfrm>
          <a:off x="2382322" y="1721372"/>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dirty="0"/>
            <a:t>Return prose steps, not one-tap actions to the user still hunts through Settings</a:t>
          </a:r>
          <a:endParaRPr lang="en-IN" sz="1200" kern="1200" dirty="0"/>
        </a:p>
      </dsp:txBody>
      <dsp:txXfrm>
        <a:off x="2836619" y="1721372"/>
        <a:ext cx="1362889" cy="908593"/>
      </dsp:txXfrm>
    </dsp:sp>
    <dsp:sp modelId="{312C48BF-C8FE-44DD-8661-845E7E8F70A9}">
      <dsp:nvSpPr>
        <dsp:cNvPr id="0" name=""/>
        <dsp:cNvSpPr/>
      </dsp:nvSpPr>
      <dsp:spPr>
        <a:xfrm>
          <a:off x="4335797" y="1721372"/>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dirty="0"/>
            <a:t>No verified deep link grounding to risk of pointing to the wrong screen</a:t>
          </a:r>
          <a:endParaRPr lang="en-IN" sz="1200" kern="1200" dirty="0"/>
        </a:p>
      </dsp:txBody>
      <dsp:txXfrm>
        <a:off x="4790094" y="1721372"/>
        <a:ext cx="1362889" cy="908593"/>
      </dsp:txXfrm>
    </dsp:sp>
    <dsp:sp modelId="{BF4FC626-AA3B-4B62-8B37-4F0729F55F79}">
      <dsp:nvSpPr>
        <dsp:cNvPr id="0" name=""/>
        <dsp:cNvSpPr/>
      </dsp:nvSpPr>
      <dsp:spPr>
        <a:xfrm>
          <a:off x="6289272" y="1721372"/>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dirty="0"/>
            <a:t>No zero-hallucination guarantee the steps can be invented</a:t>
          </a:r>
          <a:endParaRPr lang="en-IN" sz="1200" kern="1200" dirty="0"/>
        </a:p>
      </dsp:txBody>
      <dsp:txXfrm>
        <a:off x="6743569" y="1721372"/>
        <a:ext cx="1362889" cy="908593"/>
      </dsp:txXfrm>
    </dsp:sp>
    <dsp:sp modelId="{B5EB49E2-9D6D-40DB-AF3D-8E6A41BDF78E}">
      <dsp:nvSpPr>
        <dsp:cNvPr id="0" name=""/>
        <dsp:cNvSpPr/>
      </dsp:nvSpPr>
      <dsp:spPr>
        <a:xfrm>
          <a:off x="1370" y="2876270"/>
          <a:ext cx="2736725" cy="1094690"/>
        </a:xfrm>
        <a:prstGeom prst="chevron">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15875" rIns="0" bIns="15875" numCol="1" spcCol="1270" anchor="ctr" anchorCtr="0">
          <a:noAutofit/>
        </a:bodyPr>
        <a:lstStyle/>
        <a:p>
          <a:pPr marL="0" lvl="0" indent="0" algn="ctr" defTabSz="1111250">
            <a:lnSpc>
              <a:spcPct val="90000"/>
            </a:lnSpc>
            <a:spcBef>
              <a:spcPct val="0"/>
            </a:spcBef>
            <a:spcAft>
              <a:spcPct val="35000"/>
            </a:spcAft>
            <a:buNone/>
          </a:pPr>
          <a:r>
            <a:rPr lang="en-IN" sz="2500" b="1" kern="1200"/>
            <a:t>Our gap to close</a:t>
          </a:r>
          <a:endParaRPr lang="en-IN" sz="2500" kern="1200"/>
        </a:p>
      </dsp:txBody>
      <dsp:txXfrm>
        <a:off x="548715" y="2876270"/>
        <a:ext cx="1642035" cy="1094690"/>
      </dsp:txXfrm>
    </dsp:sp>
    <dsp:sp modelId="{436181A1-F001-4052-A25E-0B089A966105}">
      <dsp:nvSpPr>
        <dsp:cNvPr id="0" name=""/>
        <dsp:cNvSpPr/>
      </dsp:nvSpPr>
      <dsp:spPr>
        <a:xfrm>
          <a:off x="2382322" y="2969319"/>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dirty="0"/>
            <a:t>Every step is programmatically derived from SIIS text</a:t>
          </a:r>
          <a:endParaRPr lang="en-IN" sz="1200" kern="1200" dirty="0"/>
        </a:p>
      </dsp:txBody>
      <dsp:txXfrm>
        <a:off x="2836619" y="2969319"/>
        <a:ext cx="1362889" cy="908593"/>
      </dsp:txXfrm>
    </dsp:sp>
    <dsp:sp modelId="{3F43C90E-54E4-48EF-A029-3B6C8EE22D5B}">
      <dsp:nvSpPr>
        <dsp:cNvPr id="0" name=""/>
        <dsp:cNvSpPr/>
      </dsp:nvSpPr>
      <dsp:spPr>
        <a:xfrm>
          <a:off x="4335797" y="2969319"/>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dirty="0"/>
            <a:t>never generated freestyle</a:t>
          </a:r>
          <a:endParaRPr lang="en-IN" sz="1200" kern="1200" dirty="0"/>
        </a:p>
      </dsp:txBody>
      <dsp:txXfrm>
        <a:off x="4790094" y="2969319"/>
        <a:ext cx="1362889" cy="908593"/>
      </dsp:txXfrm>
    </dsp:sp>
    <dsp:sp modelId="{C5A0CC3E-86A1-4CB0-813A-FDE7023D5EBE}">
      <dsp:nvSpPr>
        <dsp:cNvPr id="0" name=""/>
        <dsp:cNvSpPr/>
      </dsp:nvSpPr>
      <dsp:spPr>
        <a:xfrm>
          <a:off x="6289272" y="2969319"/>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a:t>Every deeplink is a verbatim catalog match, or explicitly withheld</a:t>
          </a:r>
          <a:endParaRPr lang="en-IN" sz="1200" kern="1200"/>
        </a:p>
      </dsp:txBody>
      <dsp:txXfrm>
        <a:off x="6743569" y="2969319"/>
        <a:ext cx="1362889" cy="908593"/>
      </dsp:txXfrm>
    </dsp:sp>
    <dsp:sp modelId="{F5C805FC-FA0D-47C6-BE6B-74BAE2785AC5}">
      <dsp:nvSpPr>
        <dsp:cNvPr id="0" name=""/>
        <dsp:cNvSpPr/>
      </dsp:nvSpPr>
      <dsp:spPr>
        <a:xfrm>
          <a:off x="8242747" y="2969319"/>
          <a:ext cx="2271482" cy="908593"/>
        </a:xfrm>
        <a:prstGeom prst="chevron">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IN" sz="1200" b="0" kern="1200"/>
            <a:t>Every output is schema-validated before it reaches the evaluator or the user</a:t>
          </a:r>
          <a:endParaRPr lang="en-IN" sz="1200" kern="1200"/>
        </a:p>
      </dsp:txBody>
      <dsp:txXfrm>
        <a:off x="8697044" y="2969319"/>
        <a:ext cx="1362889" cy="9085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A9C70-7AF9-4F89-9279-7ECDAF7DC945}">
      <dsp:nvSpPr>
        <dsp:cNvPr id="0" name=""/>
        <dsp:cNvSpPr/>
      </dsp:nvSpPr>
      <dsp:spPr>
        <a:xfrm>
          <a:off x="1168037" y="38838"/>
          <a:ext cx="1864255" cy="1864255"/>
        </a:xfrm>
        <a:prstGeom prst="ellipse">
          <a:avLst/>
        </a:prstGeom>
        <a:solidFill>
          <a:srgbClr val="CCCCFF">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r>
            <a:rPr lang="en-IN" sz="900" b="1" kern="1200" dirty="0">
              <a:solidFill>
                <a:srgbClr val="7030A0"/>
              </a:solidFill>
            </a:rPr>
            <a:t>[1] Structure Extraction</a:t>
          </a:r>
        </a:p>
        <a:p>
          <a:pPr marL="0" lvl="0" indent="0" algn="ctr" defTabSz="400050">
            <a:lnSpc>
              <a:spcPct val="90000"/>
            </a:lnSpc>
            <a:spcBef>
              <a:spcPct val="0"/>
            </a:spcBef>
            <a:spcAft>
              <a:spcPct val="35000"/>
            </a:spcAft>
            <a:buNone/>
          </a:pPr>
          <a:r>
            <a:rPr lang="en-IN" sz="900" b="0" kern="1200" dirty="0">
              <a:solidFill>
                <a:srgbClr val="7030A0"/>
              </a:solidFill>
            </a:rPr>
            <a:t>Segments SIIS text on headings; one action = one physical screen/feature</a:t>
          </a:r>
          <a:endParaRPr lang="en-IN" sz="900" kern="1200" dirty="0">
            <a:solidFill>
              <a:srgbClr val="7030A0"/>
            </a:solidFill>
          </a:endParaRPr>
        </a:p>
      </dsp:txBody>
      <dsp:txXfrm>
        <a:off x="1416605" y="365083"/>
        <a:ext cx="1367120" cy="838915"/>
      </dsp:txXfrm>
    </dsp:sp>
    <dsp:sp modelId="{846AF1A5-D01E-494D-80A8-FCCA0605714C}">
      <dsp:nvSpPr>
        <dsp:cNvPr id="0" name=""/>
        <dsp:cNvSpPr/>
      </dsp:nvSpPr>
      <dsp:spPr>
        <a:xfrm>
          <a:off x="1840723" y="1203998"/>
          <a:ext cx="1864255" cy="1864255"/>
        </a:xfrm>
        <a:prstGeom prst="ellipse">
          <a:avLst/>
        </a:prstGeom>
        <a:solidFill>
          <a:srgbClr val="CCCCFF">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r>
            <a:rPr lang="en-IN" sz="900" b="1" kern="1200" dirty="0">
              <a:solidFill>
                <a:srgbClr val="7030A0"/>
              </a:solidFill>
            </a:rPr>
            <a:t>[2] Hybrid Deeplink Matching</a:t>
          </a:r>
        </a:p>
        <a:p>
          <a:pPr marL="0" lvl="0" indent="0" algn="ctr" defTabSz="400050">
            <a:lnSpc>
              <a:spcPct val="90000"/>
            </a:lnSpc>
            <a:spcBef>
              <a:spcPct val="0"/>
            </a:spcBef>
            <a:spcAft>
              <a:spcPct val="35000"/>
            </a:spcAft>
            <a:buNone/>
          </a:pPr>
          <a:r>
            <a:rPr lang="en-IN" sz="900" b="0" kern="1200" dirty="0">
              <a:solidFill>
                <a:srgbClr val="7030A0"/>
              </a:solidFill>
            </a:rPr>
            <a:t>BM25 (lexical) + TF-IDF (semantic-</a:t>
          </a:r>
          <a:r>
            <a:rPr lang="en-IN" sz="900" b="0" kern="1200" dirty="0" err="1">
              <a:solidFill>
                <a:srgbClr val="7030A0"/>
              </a:solidFill>
            </a:rPr>
            <a:t>ish</a:t>
          </a:r>
          <a:r>
            <a:rPr lang="en-IN" sz="900" b="0" kern="1200" dirty="0">
              <a:solidFill>
                <a:srgbClr val="7030A0"/>
              </a:solidFill>
            </a:rPr>
            <a:t>), domain </a:t>
          </a:r>
          <a:r>
            <a:rPr lang="en-IN" sz="900" b="0" kern="1200" dirty="0" err="1">
              <a:solidFill>
                <a:srgbClr val="7030A0"/>
              </a:solidFill>
            </a:rPr>
            <a:t>stopword</a:t>
          </a:r>
          <a:r>
            <a:rPr lang="en-IN" sz="900" b="0" kern="1200" dirty="0">
              <a:solidFill>
                <a:srgbClr val="7030A0"/>
              </a:solidFill>
            </a:rPr>
            <a:t> filtering, hard overlap gate against false positives</a:t>
          </a:r>
          <a:endParaRPr lang="en-IN" sz="900" kern="1200" dirty="0">
            <a:solidFill>
              <a:srgbClr val="7030A0"/>
            </a:solidFill>
          </a:endParaRPr>
        </a:p>
      </dsp:txBody>
      <dsp:txXfrm>
        <a:off x="2410874" y="1685597"/>
        <a:ext cx="1118553" cy="1025340"/>
      </dsp:txXfrm>
    </dsp:sp>
    <dsp:sp modelId="{27991C12-28BB-4CF3-B83C-779875F29A51}">
      <dsp:nvSpPr>
        <dsp:cNvPr id="0" name=""/>
        <dsp:cNvSpPr/>
      </dsp:nvSpPr>
      <dsp:spPr>
        <a:xfrm>
          <a:off x="495351" y="1203998"/>
          <a:ext cx="1864255" cy="1864255"/>
        </a:xfrm>
        <a:prstGeom prst="ellipse">
          <a:avLst/>
        </a:prstGeom>
        <a:solidFill>
          <a:srgbClr val="CCCCFF">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r>
            <a:rPr lang="en-IN" sz="900" b="1" kern="1200" dirty="0">
              <a:solidFill>
                <a:srgbClr val="7030A0"/>
              </a:solidFill>
            </a:rPr>
            <a:t>[3] Fast-Path Semantic Cache</a:t>
          </a:r>
        </a:p>
        <a:p>
          <a:pPr marL="0" lvl="0" indent="0" algn="ctr" defTabSz="400050">
            <a:lnSpc>
              <a:spcPct val="90000"/>
            </a:lnSpc>
            <a:spcBef>
              <a:spcPct val="0"/>
            </a:spcBef>
            <a:spcAft>
              <a:spcPct val="35000"/>
            </a:spcAft>
            <a:buNone/>
          </a:pPr>
          <a:r>
            <a:rPr lang="en-IN" sz="900" b="0" kern="1200" dirty="0">
              <a:solidFill>
                <a:srgbClr val="7030A0"/>
              </a:solidFill>
            </a:rPr>
            <a:t>Exact-match </a:t>
          </a:r>
          <a:r>
            <a:rPr lang="en-IN" sz="900" b="0" kern="1200" dirty="0" err="1">
              <a:solidFill>
                <a:srgbClr val="7030A0"/>
              </a:solidFill>
            </a:rPr>
            <a:t>dict</a:t>
          </a:r>
          <a:r>
            <a:rPr lang="en-IN" sz="900" b="0" kern="1200" dirty="0">
              <a:solidFill>
                <a:srgbClr val="7030A0"/>
              </a:solidFill>
            </a:rPr>
            <a:t> lookup, then TF-IDF cosine similarity for near-duplicates</a:t>
          </a:r>
          <a:endParaRPr lang="en-IN" sz="900" kern="1200" dirty="0">
            <a:solidFill>
              <a:srgbClr val="7030A0"/>
            </a:solidFill>
          </a:endParaRPr>
        </a:p>
      </dsp:txBody>
      <dsp:txXfrm>
        <a:off x="670902" y="1685597"/>
        <a:ext cx="1118553" cy="10253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A19F4-0F9D-4AF2-8744-E9CE22A2050F}">
      <dsp:nvSpPr>
        <dsp:cNvPr id="0" name=""/>
        <dsp:cNvSpPr/>
      </dsp:nvSpPr>
      <dsp:spPr>
        <a:xfrm>
          <a:off x="0" y="775596"/>
          <a:ext cx="6130212" cy="1034129"/>
        </a:xfrm>
        <a:prstGeom prst="notchedRightArrow">
          <a:avLst/>
        </a:prstGeom>
        <a:solidFill>
          <a:srgbClr val="CCCCFF"/>
        </a:solidFill>
        <a:ln>
          <a:noFill/>
        </a:ln>
        <a:effectLst/>
      </dsp:spPr>
      <dsp:style>
        <a:lnRef idx="0">
          <a:scrgbClr r="0" g="0" b="0"/>
        </a:lnRef>
        <a:fillRef idx="1">
          <a:scrgbClr r="0" g="0" b="0"/>
        </a:fillRef>
        <a:effectRef idx="0">
          <a:scrgbClr r="0" g="0" b="0"/>
        </a:effectRef>
        <a:fontRef idx="minor"/>
      </dsp:style>
    </dsp:sp>
    <dsp:sp modelId="{C54D3284-3352-4DD2-B903-A36A0540BA49}">
      <dsp:nvSpPr>
        <dsp:cNvPr id="0" name=""/>
        <dsp:cNvSpPr/>
      </dsp:nvSpPr>
      <dsp:spPr>
        <a:xfrm>
          <a:off x="2761" y="0"/>
          <a:ext cx="1328112" cy="1034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IN" sz="1200" b="1" kern="1200" dirty="0">
              <a:solidFill>
                <a:srgbClr val="7030A0"/>
              </a:solidFill>
            </a:rPr>
            <a:t>Continuous Learning Flow</a:t>
          </a:r>
          <a:endParaRPr lang="en-IN" sz="1200" kern="1200" dirty="0">
            <a:solidFill>
              <a:srgbClr val="7030A0"/>
            </a:solidFill>
          </a:endParaRPr>
        </a:p>
      </dsp:txBody>
      <dsp:txXfrm>
        <a:off x="2761" y="0"/>
        <a:ext cx="1328112" cy="1034129"/>
      </dsp:txXfrm>
    </dsp:sp>
    <dsp:sp modelId="{9315ADFD-72AB-427D-8642-AF882169CBE3}">
      <dsp:nvSpPr>
        <dsp:cNvPr id="0" name=""/>
        <dsp:cNvSpPr/>
      </dsp:nvSpPr>
      <dsp:spPr>
        <a:xfrm>
          <a:off x="537551" y="1163395"/>
          <a:ext cx="258532" cy="258532"/>
        </a:xfrm>
        <a:prstGeom prst="ellipse">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A9C7CA-D80C-470F-9E9C-272657337754}">
      <dsp:nvSpPr>
        <dsp:cNvPr id="0" name=""/>
        <dsp:cNvSpPr/>
      </dsp:nvSpPr>
      <dsp:spPr>
        <a:xfrm>
          <a:off x="1397279" y="1551193"/>
          <a:ext cx="1328112" cy="1034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IN" sz="1200" b="1" kern="1200" dirty="0">
              <a:solidFill>
                <a:srgbClr val="7030A0"/>
              </a:solidFill>
            </a:rPr>
            <a:t>1. User Feedback</a:t>
          </a:r>
          <a:br>
            <a:rPr lang="en-IN" sz="1200" kern="1200" dirty="0">
              <a:solidFill>
                <a:srgbClr val="7030A0"/>
              </a:solidFill>
            </a:rPr>
          </a:br>
          <a:r>
            <a:rPr lang="en-IN" sz="1200" i="1" kern="1200" dirty="0">
              <a:solidFill>
                <a:srgbClr val="7030A0"/>
              </a:solidFill>
            </a:rPr>
            <a:t>Solved / Not Solved</a:t>
          </a:r>
          <a:endParaRPr lang="en-IN" sz="1200" kern="1200" dirty="0">
            <a:solidFill>
              <a:srgbClr val="7030A0"/>
            </a:solidFill>
          </a:endParaRPr>
        </a:p>
      </dsp:txBody>
      <dsp:txXfrm>
        <a:off x="1397279" y="1551193"/>
        <a:ext cx="1328112" cy="1034129"/>
      </dsp:txXfrm>
    </dsp:sp>
    <dsp:sp modelId="{5DE87576-2C6F-46BB-A0AE-C60EDC27D5D6}">
      <dsp:nvSpPr>
        <dsp:cNvPr id="0" name=""/>
        <dsp:cNvSpPr/>
      </dsp:nvSpPr>
      <dsp:spPr>
        <a:xfrm>
          <a:off x="1932070" y="1163395"/>
          <a:ext cx="258532" cy="258532"/>
        </a:xfrm>
        <a:prstGeom prst="ellipse">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98D095-2FF4-407A-B268-FD540A5124D9}">
      <dsp:nvSpPr>
        <dsp:cNvPr id="0" name=""/>
        <dsp:cNvSpPr/>
      </dsp:nvSpPr>
      <dsp:spPr>
        <a:xfrm>
          <a:off x="2791798" y="0"/>
          <a:ext cx="1328112" cy="1034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IN" sz="1200" b="1" kern="1200" dirty="0">
              <a:solidFill>
                <a:srgbClr val="7030A0"/>
              </a:solidFill>
            </a:rPr>
            <a:t>2. Experience Learning</a:t>
          </a:r>
          <a:br>
            <a:rPr lang="en-IN" sz="1200" kern="1200" dirty="0">
              <a:solidFill>
                <a:srgbClr val="7030A0"/>
              </a:solidFill>
            </a:rPr>
          </a:br>
          <a:r>
            <a:rPr lang="en-IN" sz="1200" i="1" kern="1200" dirty="0">
              <a:solidFill>
                <a:srgbClr val="7030A0"/>
              </a:solidFill>
            </a:rPr>
            <a:t>Analyse successful &amp; failed solutions</a:t>
          </a:r>
          <a:endParaRPr lang="en-IN" sz="1200" kern="1200" dirty="0">
            <a:solidFill>
              <a:srgbClr val="7030A0"/>
            </a:solidFill>
          </a:endParaRPr>
        </a:p>
      </dsp:txBody>
      <dsp:txXfrm>
        <a:off x="2791798" y="0"/>
        <a:ext cx="1328112" cy="1034129"/>
      </dsp:txXfrm>
    </dsp:sp>
    <dsp:sp modelId="{D15278E4-45BF-4A21-B722-0A46B7FAB3C0}">
      <dsp:nvSpPr>
        <dsp:cNvPr id="0" name=""/>
        <dsp:cNvSpPr/>
      </dsp:nvSpPr>
      <dsp:spPr>
        <a:xfrm>
          <a:off x="3326588" y="1163395"/>
          <a:ext cx="258532" cy="258532"/>
        </a:xfrm>
        <a:prstGeom prst="ellipse">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F7EEBB-58DA-4B16-A1B2-C852E55B0F2B}">
      <dsp:nvSpPr>
        <dsp:cNvPr id="0" name=""/>
        <dsp:cNvSpPr/>
      </dsp:nvSpPr>
      <dsp:spPr>
        <a:xfrm>
          <a:off x="4186316" y="1551193"/>
          <a:ext cx="1328112" cy="1034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IN" sz="1200" b="1" kern="1200" dirty="0">
              <a:solidFill>
                <a:srgbClr val="7030A0"/>
              </a:solidFill>
            </a:rPr>
            <a:t>3. Improve Future Responses</a:t>
          </a:r>
          <a:br>
            <a:rPr lang="en-IN" sz="1200" kern="1200" dirty="0">
              <a:solidFill>
                <a:srgbClr val="7030A0"/>
              </a:solidFill>
            </a:rPr>
          </a:br>
          <a:r>
            <a:rPr lang="en-IN" sz="1200" i="1" kern="1200" dirty="0">
              <a:solidFill>
                <a:srgbClr val="7030A0"/>
              </a:solidFill>
            </a:rPr>
            <a:t>Better retrieval, more accurate solutions</a:t>
          </a:r>
          <a:endParaRPr lang="en-IN" sz="1200" kern="1200" dirty="0">
            <a:solidFill>
              <a:srgbClr val="7030A0"/>
            </a:solidFill>
          </a:endParaRPr>
        </a:p>
      </dsp:txBody>
      <dsp:txXfrm>
        <a:off x="4186316" y="1551193"/>
        <a:ext cx="1328112" cy="1034129"/>
      </dsp:txXfrm>
    </dsp:sp>
    <dsp:sp modelId="{F702FCAF-2F94-494B-8D43-DAA7B4630878}">
      <dsp:nvSpPr>
        <dsp:cNvPr id="0" name=""/>
        <dsp:cNvSpPr/>
      </dsp:nvSpPr>
      <dsp:spPr>
        <a:xfrm>
          <a:off x="4721106" y="1163395"/>
          <a:ext cx="258532" cy="258532"/>
        </a:xfrm>
        <a:prstGeom prst="ellipse">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B121B-BA7A-4E27-AFF9-EC6D0034FFAE}">
      <dsp:nvSpPr>
        <dsp:cNvPr id="0" name=""/>
        <dsp:cNvSpPr/>
      </dsp:nvSpPr>
      <dsp:spPr>
        <a:xfrm>
          <a:off x="788669" y="0"/>
          <a:ext cx="8938260" cy="4351338"/>
        </a:xfrm>
        <a:prstGeom prst="rightArrow">
          <a:avLst/>
        </a:prstGeom>
        <a:solidFill>
          <a:srgbClr val="CCCCFF"/>
        </a:solidFill>
        <a:ln>
          <a:noFill/>
        </a:ln>
        <a:effectLst/>
      </dsp:spPr>
      <dsp:style>
        <a:lnRef idx="0">
          <a:scrgbClr r="0" g="0" b="0"/>
        </a:lnRef>
        <a:fillRef idx="1">
          <a:scrgbClr r="0" g="0" b="0"/>
        </a:fillRef>
        <a:effectRef idx="0">
          <a:scrgbClr r="0" g="0" b="0"/>
        </a:effectRef>
        <a:fontRef idx="minor"/>
      </dsp:style>
    </dsp:sp>
    <dsp:sp modelId="{CEA9E2D7-891F-4E11-87F5-2C5A90568051}">
      <dsp:nvSpPr>
        <dsp:cNvPr id="0" name=""/>
        <dsp:cNvSpPr/>
      </dsp:nvSpPr>
      <dsp:spPr>
        <a:xfrm>
          <a:off x="5262" y="1305401"/>
          <a:ext cx="2531343" cy="1740535"/>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t>Seed scenario replay</a:t>
          </a:r>
        </a:p>
        <a:p>
          <a:pPr marL="0" lvl="0" indent="0" algn="ctr" defTabSz="666750">
            <a:lnSpc>
              <a:spcPct val="90000"/>
            </a:lnSpc>
            <a:spcBef>
              <a:spcPct val="0"/>
            </a:spcBef>
            <a:spcAft>
              <a:spcPct val="35000"/>
            </a:spcAft>
            <a:buNone/>
          </a:pPr>
          <a:r>
            <a:rPr lang="en-IN" sz="1500" b="0" kern="1200" dirty="0"/>
            <a:t>Any of the 20 supplied complaints to exact cache hit, less than 1ms, fully schema-valid plan</a:t>
          </a:r>
          <a:endParaRPr lang="en-IN" sz="1500" kern="1200" dirty="0"/>
        </a:p>
      </dsp:txBody>
      <dsp:txXfrm>
        <a:off x="90228" y="1390367"/>
        <a:ext cx="2361411" cy="1570603"/>
      </dsp:txXfrm>
    </dsp:sp>
    <dsp:sp modelId="{65FC1D60-66D3-4D29-8ACB-DE59426524D9}">
      <dsp:nvSpPr>
        <dsp:cNvPr id="0" name=""/>
        <dsp:cNvSpPr/>
      </dsp:nvSpPr>
      <dsp:spPr>
        <a:xfrm>
          <a:off x="2663173" y="1305401"/>
          <a:ext cx="2531343" cy="1740535"/>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t>Unseen scenario</a:t>
          </a:r>
        </a:p>
        <a:p>
          <a:pPr marL="0" lvl="0" indent="0" algn="ctr" defTabSz="666750">
            <a:lnSpc>
              <a:spcPct val="90000"/>
            </a:lnSpc>
            <a:spcBef>
              <a:spcPct val="0"/>
            </a:spcBef>
            <a:spcAft>
              <a:spcPct val="35000"/>
            </a:spcAft>
            <a:buNone/>
          </a:pPr>
          <a:r>
            <a:rPr lang="en-IN" sz="1500" b="0" kern="1200" dirty="0"/>
            <a:t>A speaker-distortion complaint never seen in the kit to correctly extracted, ordered, zero rule violations</a:t>
          </a:r>
          <a:endParaRPr lang="en-IN" sz="1500" kern="1200" dirty="0"/>
        </a:p>
      </dsp:txBody>
      <dsp:txXfrm>
        <a:off x="2748139" y="1390367"/>
        <a:ext cx="2361411" cy="1570603"/>
      </dsp:txXfrm>
    </dsp:sp>
    <dsp:sp modelId="{D0FF6988-B7E8-4F19-B17A-D9585B7BE191}">
      <dsp:nvSpPr>
        <dsp:cNvPr id="0" name=""/>
        <dsp:cNvSpPr/>
      </dsp:nvSpPr>
      <dsp:spPr>
        <a:xfrm>
          <a:off x="5321083" y="1305401"/>
          <a:ext cx="2531343" cy="1740535"/>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t>No-context fallback</a:t>
          </a:r>
        </a:p>
        <a:p>
          <a:pPr marL="0" lvl="0" indent="0" algn="ctr" defTabSz="666750">
            <a:lnSpc>
              <a:spcPct val="90000"/>
            </a:lnSpc>
            <a:spcBef>
              <a:spcPct val="0"/>
            </a:spcBef>
            <a:spcAft>
              <a:spcPct val="35000"/>
            </a:spcAft>
            <a:buNone/>
          </a:pPr>
          <a:r>
            <a:rPr lang="en-IN" sz="1500" b="0" kern="1200" dirty="0"/>
            <a:t>Query with no </a:t>
          </a:r>
          <a:r>
            <a:rPr lang="en-IN" sz="1500" b="0" kern="1200" dirty="0" err="1"/>
            <a:t>siis_response</a:t>
          </a:r>
          <a:r>
            <a:rPr lang="en-IN" sz="1500" b="0" kern="1200" dirty="0"/>
            <a:t> and no cache match to empty contexts + fallback: “</a:t>
          </a:r>
          <a:r>
            <a:rPr lang="en-IN" sz="1500" b="0" kern="1200" dirty="0" err="1"/>
            <a:t>no_siis_context</a:t>
          </a:r>
          <a:r>
            <a:rPr lang="en-IN" sz="1500" b="0" kern="1200" dirty="0"/>
            <a:t>” will never a guess</a:t>
          </a:r>
          <a:endParaRPr lang="en-IN" sz="1500" kern="1200" dirty="0"/>
        </a:p>
      </dsp:txBody>
      <dsp:txXfrm>
        <a:off x="5406049" y="1390367"/>
        <a:ext cx="2361411" cy="1570603"/>
      </dsp:txXfrm>
    </dsp:sp>
    <dsp:sp modelId="{9B387587-8C91-41D3-A4B7-1D9FD3E0BE6A}">
      <dsp:nvSpPr>
        <dsp:cNvPr id="0" name=""/>
        <dsp:cNvSpPr/>
      </dsp:nvSpPr>
      <dsp:spPr>
        <a:xfrm>
          <a:off x="7978993" y="1305401"/>
          <a:ext cx="2531343" cy="1740535"/>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t>Try it</a:t>
          </a:r>
        </a:p>
        <a:p>
          <a:pPr marL="0" lvl="0" indent="0" algn="ctr" defTabSz="666750">
            <a:lnSpc>
              <a:spcPct val="90000"/>
            </a:lnSpc>
            <a:spcBef>
              <a:spcPct val="0"/>
            </a:spcBef>
            <a:spcAft>
              <a:spcPct val="35000"/>
            </a:spcAft>
            <a:buNone/>
          </a:pPr>
          <a:endParaRPr lang="en-IN" sz="1500" b="0" kern="1200" dirty="0"/>
        </a:p>
        <a:p>
          <a:pPr marL="0" lvl="0" indent="0" algn="ctr" defTabSz="666750">
            <a:lnSpc>
              <a:spcPct val="90000"/>
            </a:lnSpc>
            <a:spcBef>
              <a:spcPct val="0"/>
            </a:spcBef>
            <a:spcAft>
              <a:spcPct val="35000"/>
            </a:spcAft>
            <a:buNone/>
          </a:pPr>
          <a:r>
            <a:rPr lang="en-IN" sz="1500" b="0" kern="1200" dirty="0"/>
            <a:t>POST /v1/troubleshoot  {"query": "..."}   to  GET /health</a:t>
          </a:r>
          <a:endParaRPr lang="en-IN" sz="1500" kern="1200" dirty="0"/>
        </a:p>
      </dsp:txBody>
      <dsp:txXfrm>
        <a:off x="8063959" y="1390367"/>
        <a:ext cx="2361411" cy="15706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CEDBD8-F712-4D6C-97F6-3F004448E485}">
      <dsp:nvSpPr>
        <dsp:cNvPr id="0" name=""/>
        <dsp:cNvSpPr/>
      </dsp:nvSpPr>
      <dsp:spPr>
        <a:xfrm>
          <a:off x="4206239" y="1487"/>
          <a:ext cx="6309360" cy="805252"/>
        </a:xfrm>
        <a:prstGeom prst="rightArrow">
          <a:avLst>
            <a:gd name="adj1" fmla="val 75000"/>
            <a:gd name="adj2" fmla="val 50000"/>
          </a:avLst>
        </a:prstGeom>
        <a:solidFill>
          <a:srgbClr val="CCCCFF"/>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None/>
          </a:pPr>
          <a:endParaRPr lang="en-IN" sz="1300" kern="1200" dirty="0">
            <a:solidFill>
              <a:srgbClr val="7030A0"/>
            </a:solidFill>
          </a:endParaRPr>
        </a:p>
        <a:p>
          <a:pPr marL="114300" lvl="1" indent="-114300" algn="l" defTabSz="577850">
            <a:lnSpc>
              <a:spcPct val="90000"/>
            </a:lnSpc>
            <a:spcBef>
              <a:spcPct val="0"/>
            </a:spcBef>
            <a:spcAft>
              <a:spcPct val="15000"/>
            </a:spcAft>
            <a:buFontTx/>
            <a:buNone/>
          </a:pPr>
          <a:r>
            <a:rPr lang="en-IN" sz="1300" b="0" kern="1200" dirty="0">
              <a:solidFill>
                <a:srgbClr val="7030A0"/>
              </a:solidFill>
            </a:rPr>
            <a:t>  Python 3.12, </a:t>
          </a:r>
          <a:r>
            <a:rPr lang="en-IN" sz="1300" b="0" kern="1200" dirty="0" err="1">
              <a:solidFill>
                <a:srgbClr val="7030A0"/>
              </a:solidFill>
            </a:rPr>
            <a:t>FastAPI</a:t>
          </a:r>
          <a:r>
            <a:rPr lang="en-IN" sz="1300" b="0" kern="1200" dirty="0">
              <a:solidFill>
                <a:srgbClr val="7030A0"/>
              </a:solidFill>
            </a:rPr>
            <a:t>, </a:t>
          </a:r>
          <a:r>
            <a:rPr lang="en-IN" sz="1300" b="0" kern="1200" dirty="0" err="1">
              <a:solidFill>
                <a:srgbClr val="7030A0"/>
              </a:solidFill>
            </a:rPr>
            <a:t>Pydantic</a:t>
          </a:r>
          <a:r>
            <a:rPr lang="en-IN" sz="1300" b="0" kern="1200" dirty="0">
              <a:solidFill>
                <a:srgbClr val="7030A0"/>
              </a:solidFill>
            </a:rPr>
            <a:t> v2, </a:t>
          </a:r>
          <a:r>
            <a:rPr lang="en-IN" sz="1300" b="0" kern="1200" dirty="0" err="1">
              <a:solidFill>
                <a:srgbClr val="7030A0"/>
              </a:solidFill>
            </a:rPr>
            <a:t>Uvicorn</a:t>
          </a:r>
          <a:endParaRPr lang="en-IN" sz="1300" kern="1200" dirty="0">
            <a:solidFill>
              <a:srgbClr val="7030A0"/>
            </a:solidFill>
          </a:endParaRPr>
        </a:p>
      </dsp:txBody>
      <dsp:txXfrm>
        <a:off x="4206239" y="102144"/>
        <a:ext cx="6007391" cy="603939"/>
      </dsp:txXfrm>
    </dsp:sp>
    <dsp:sp modelId="{1896DEB1-896F-472F-8704-62BCEB7369BB}">
      <dsp:nvSpPr>
        <dsp:cNvPr id="0" name=""/>
        <dsp:cNvSpPr/>
      </dsp:nvSpPr>
      <dsp:spPr>
        <a:xfrm>
          <a:off x="0" y="1487"/>
          <a:ext cx="4206240" cy="805252"/>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b="1" kern="1200"/>
            <a:t>Backend</a:t>
          </a:r>
          <a:endParaRPr lang="en-IN" sz="2900" kern="1200"/>
        </a:p>
      </dsp:txBody>
      <dsp:txXfrm>
        <a:off x="39309" y="40796"/>
        <a:ext cx="4127622" cy="726634"/>
      </dsp:txXfrm>
    </dsp:sp>
    <dsp:sp modelId="{59AC3091-2AC9-4B8C-9E29-791A58CE3C3F}">
      <dsp:nvSpPr>
        <dsp:cNvPr id="0" name=""/>
        <dsp:cNvSpPr/>
      </dsp:nvSpPr>
      <dsp:spPr>
        <a:xfrm>
          <a:off x="4206239" y="887265"/>
          <a:ext cx="6309360" cy="805252"/>
        </a:xfrm>
        <a:prstGeom prst="rightArrow">
          <a:avLst>
            <a:gd name="adj1" fmla="val 75000"/>
            <a:gd name="adj2" fmla="val 50000"/>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None/>
          </a:pPr>
          <a:endParaRPr lang="en-IN" sz="1300" kern="1200" dirty="0">
            <a:solidFill>
              <a:srgbClr val="7030A0"/>
            </a:solidFill>
          </a:endParaRPr>
        </a:p>
        <a:p>
          <a:pPr marL="114300" lvl="1" indent="-114300" algn="l" defTabSz="577850">
            <a:lnSpc>
              <a:spcPct val="90000"/>
            </a:lnSpc>
            <a:spcBef>
              <a:spcPct val="0"/>
            </a:spcBef>
            <a:spcAft>
              <a:spcPct val="15000"/>
            </a:spcAft>
            <a:buFontTx/>
            <a:buNone/>
          </a:pPr>
          <a:r>
            <a:rPr lang="en-IN" sz="1300" b="0" kern="1200" dirty="0">
              <a:solidFill>
                <a:srgbClr val="7030A0"/>
              </a:solidFill>
            </a:rPr>
            <a:t>  rank_bm25 (lexical) + scikit-learn TF-IDF (semantic-</a:t>
          </a:r>
          <a:r>
            <a:rPr lang="en-IN" sz="1300" b="0" kern="1200" dirty="0" err="1">
              <a:solidFill>
                <a:srgbClr val="7030A0"/>
              </a:solidFill>
            </a:rPr>
            <a:t>ish</a:t>
          </a:r>
          <a:r>
            <a:rPr lang="en-IN" sz="1300" b="0" kern="1200" dirty="0">
              <a:solidFill>
                <a:srgbClr val="7030A0"/>
              </a:solidFill>
            </a:rPr>
            <a:t>), hybrid reranking</a:t>
          </a:r>
          <a:endParaRPr lang="en-IN" sz="1300" kern="1200" dirty="0">
            <a:solidFill>
              <a:srgbClr val="7030A0"/>
            </a:solidFill>
          </a:endParaRPr>
        </a:p>
      </dsp:txBody>
      <dsp:txXfrm>
        <a:off x="4206239" y="987922"/>
        <a:ext cx="6007391" cy="603939"/>
      </dsp:txXfrm>
    </dsp:sp>
    <dsp:sp modelId="{35F5B62D-9520-481D-B8EE-FB478F7B646D}">
      <dsp:nvSpPr>
        <dsp:cNvPr id="0" name=""/>
        <dsp:cNvSpPr/>
      </dsp:nvSpPr>
      <dsp:spPr>
        <a:xfrm>
          <a:off x="0" y="887265"/>
          <a:ext cx="4206240" cy="805252"/>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b="1" kern="1200"/>
            <a:t>Retrieval</a:t>
          </a:r>
          <a:endParaRPr lang="en-IN" sz="2900" kern="1200"/>
        </a:p>
      </dsp:txBody>
      <dsp:txXfrm>
        <a:off x="39309" y="926574"/>
        <a:ext cx="4127622" cy="726634"/>
      </dsp:txXfrm>
    </dsp:sp>
    <dsp:sp modelId="{E8587DC0-6FD6-4AD5-8D58-33BB575BAB85}">
      <dsp:nvSpPr>
        <dsp:cNvPr id="0" name=""/>
        <dsp:cNvSpPr/>
      </dsp:nvSpPr>
      <dsp:spPr>
        <a:xfrm>
          <a:off x="4206239" y="1773042"/>
          <a:ext cx="6309360" cy="805252"/>
        </a:xfrm>
        <a:prstGeom prst="rightArrow">
          <a:avLst>
            <a:gd name="adj1" fmla="val 75000"/>
            <a:gd name="adj2" fmla="val 50000"/>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None/>
          </a:pPr>
          <a:endParaRPr lang="en-IN" sz="1300" kern="1200" dirty="0">
            <a:solidFill>
              <a:srgbClr val="7030A0"/>
            </a:solidFill>
          </a:endParaRPr>
        </a:p>
        <a:p>
          <a:pPr marL="114300" lvl="1" indent="-114300" algn="l" defTabSz="577850">
            <a:lnSpc>
              <a:spcPct val="90000"/>
            </a:lnSpc>
            <a:spcBef>
              <a:spcPct val="0"/>
            </a:spcBef>
            <a:spcAft>
              <a:spcPct val="15000"/>
            </a:spcAft>
            <a:buFontTx/>
            <a:buNone/>
          </a:pPr>
          <a:r>
            <a:rPr lang="en-IN" sz="1300" b="0" kern="1200" dirty="0">
              <a:solidFill>
                <a:srgbClr val="7030A0"/>
              </a:solidFill>
            </a:rPr>
            <a:t>  schema.py enforced programmatically end-to-end, not left to prompt instructions</a:t>
          </a:r>
          <a:endParaRPr lang="en-IN" sz="1300" kern="1200" dirty="0">
            <a:solidFill>
              <a:srgbClr val="7030A0"/>
            </a:solidFill>
          </a:endParaRPr>
        </a:p>
      </dsp:txBody>
      <dsp:txXfrm>
        <a:off x="4206239" y="1873699"/>
        <a:ext cx="6007391" cy="603939"/>
      </dsp:txXfrm>
    </dsp:sp>
    <dsp:sp modelId="{0ACB7533-306C-4930-8554-07554A69862D}">
      <dsp:nvSpPr>
        <dsp:cNvPr id="0" name=""/>
        <dsp:cNvSpPr/>
      </dsp:nvSpPr>
      <dsp:spPr>
        <a:xfrm>
          <a:off x="0" y="1773042"/>
          <a:ext cx="4206240" cy="805252"/>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b="1" kern="1200"/>
            <a:t>Validation</a:t>
          </a:r>
          <a:endParaRPr lang="en-IN" sz="2900" kern="1200"/>
        </a:p>
      </dsp:txBody>
      <dsp:txXfrm>
        <a:off x="39309" y="1812351"/>
        <a:ext cx="4127622" cy="726634"/>
      </dsp:txXfrm>
    </dsp:sp>
    <dsp:sp modelId="{585140F7-CD0D-4AD2-9E53-0D1EAE499261}">
      <dsp:nvSpPr>
        <dsp:cNvPr id="0" name=""/>
        <dsp:cNvSpPr/>
      </dsp:nvSpPr>
      <dsp:spPr>
        <a:xfrm>
          <a:off x="4206239" y="2658820"/>
          <a:ext cx="6309360" cy="805252"/>
        </a:xfrm>
        <a:prstGeom prst="rightArrow">
          <a:avLst>
            <a:gd name="adj1" fmla="val 75000"/>
            <a:gd name="adj2" fmla="val 50000"/>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None/>
          </a:pPr>
          <a:r>
            <a:rPr lang="en-IN" sz="1300" b="0" kern="1200" dirty="0">
              <a:solidFill>
                <a:srgbClr val="7030A0"/>
              </a:solidFill>
            </a:rPr>
            <a:t>  </a:t>
          </a:r>
          <a:endParaRPr lang="en-IN" sz="1300" kern="1200" dirty="0">
            <a:solidFill>
              <a:srgbClr val="7030A0"/>
            </a:solidFill>
          </a:endParaRPr>
        </a:p>
        <a:p>
          <a:pPr marL="114300" lvl="1" indent="-114300" algn="l" defTabSz="577850">
            <a:lnSpc>
              <a:spcPct val="90000"/>
            </a:lnSpc>
            <a:spcBef>
              <a:spcPct val="0"/>
            </a:spcBef>
            <a:spcAft>
              <a:spcPct val="15000"/>
            </a:spcAft>
            <a:buFontTx/>
            <a:buNone/>
          </a:pPr>
          <a:r>
            <a:rPr lang="en-IN" sz="1300" b="0" kern="1200" dirty="0">
              <a:solidFill>
                <a:srgbClr val="7030A0"/>
              </a:solidFill>
            </a:rPr>
            <a:t>  Custom benchmark harness (tests/run_benchmark.py): schema compliance, URL-leak checks, latency, cache behaviour</a:t>
          </a:r>
          <a:endParaRPr lang="en-IN" sz="1300" kern="1200" dirty="0">
            <a:solidFill>
              <a:srgbClr val="7030A0"/>
            </a:solidFill>
          </a:endParaRPr>
        </a:p>
      </dsp:txBody>
      <dsp:txXfrm>
        <a:off x="4206239" y="2759477"/>
        <a:ext cx="6007391" cy="603939"/>
      </dsp:txXfrm>
    </dsp:sp>
    <dsp:sp modelId="{47F56070-353A-4E3B-9DB9-F7F1B1C2DD33}">
      <dsp:nvSpPr>
        <dsp:cNvPr id="0" name=""/>
        <dsp:cNvSpPr/>
      </dsp:nvSpPr>
      <dsp:spPr>
        <a:xfrm>
          <a:off x="0" y="2658820"/>
          <a:ext cx="4206240" cy="805252"/>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b="1" kern="1200"/>
            <a:t>Testing</a:t>
          </a:r>
          <a:endParaRPr lang="en-IN" sz="2900" kern="1200"/>
        </a:p>
      </dsp:txBody>
      <dsp:txXfrm>
        <a:off x="39309" y="2698129"/>
        <a:ext cx="4127622" cy="726634"/>
      </dsp:txXfrm>
    </dsp:sp>
    <dsp:sp modelId="{2265B44C-E46E-49E1-85DC-C55772FF85F6}">
      <dsp:nvSpPr>
        <dsp:cNvPr id="0" name=""/>
        <dsp:cNvSpPr/>
      </dsp:nvSpPr>
      <dsp:spPr>
        <a:xfrm>
          <a:off x="4206240" y="3544598"/>
          <a:ext cx="6309360" cy="805252"/>
        </a:xfrm>
        <a:prstGeom prst="rightArrow">
          <a:avLst>
            <a:gd name="adj1" fmla="val 75000"/>
            <a:gd name="adj2" fmla="val 50000"/>
          </a:avLst>
        </a:prstGeom>
        <a:solidFill>
          <a:srgbClr val="CCCCFF">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55" tIns="8255" rIns="8255" bIns="8255" numCol="1" spcCol="1270" anchor="t" anchorCtr="0">
          <a:noAutofit/>
        </a:bodyPr>
        <a:lstStyle/>
        <a:p>
          <a:pPr marL="114300" lvl="1" indent="-114300" algn="l" defTabSz="577850">
            <a:lnSpc>
              <a:spcPct val="90000"/>
            </a:lnSpc>
            <a:spcBef>
              <a:spcPct val="0"/>
            </a:spcBef>
            <a:spcAft>
              <a:spcPct val="15000"/>
            </a:spcAft>
            <a:buFontTx/>
            <a:buNone/>
          </a:pPr>
          <a:r>
            <a:rPr lang="en-IN" sz="1300" b="0" kern="1200" dirty="0">
              <a:solidFill>
                <a:srgbClr val="7030A0"/>
              </a:solidFill>
            </a:rPr>
            <a:t>  No model credentials / embedding-API network access available in this environment</a:t>
          </a:r>
          <a:endParaRPr lang="en-IN" sz="1300" kern="1200" dirty="0">
            <a:solidFill>
              <a:srgbClr val="7030A0"/>
            </a:solidFill>
          </a:endParaRPr>
        </a:p>
        <a:p>
          <a:pPr marL="114300" lvl="1" indent="-114300" algn="l" defTabSz="577850">
            <a:lnSpc>
              <a:spcPct val="90000"/>
            </a:lnSpc>
            <a:spcBef>
              <a:spcPct val="0"/>
            </a:spcBef>
            <a:spcAft>
              <a:spcPct val="15000"/>
            </a:spcAft>
            <a:buFontTx/>
            <a:buNone/>
          </a:pPr>
          <a:r>
            <a:rPr lang="en-IN" sz="1300" b="0" kern="1200" dirty="0">
              <a:solidFill>
                <a:srgbClr val="7030A0"/>
              </a:solidFill>
            </a:rPr>
            <a:t>  Every stage isolated behind one function so a real LLM/embedding model is a one-file swap</a:t>
          </a:r>
          <a:endParaRPr lang="en-IN" sz="1300" kern="1200" dirty="0">
            <a:solidFill>
              <a:srgbClr val="7030A0"/>
            </a:solidFill>
          </a:endParaRPr>
        </a:p>
      </dsp:txBody>
      <dsp:txXfrm>
        <a:off x="4206240" y="3645255"/>
        <a:ext cx="6007391" cy="603939"/>
      </dsp:txXfrm>
    </dsp:sp>
    <dsp:sp modelId="{4D633C91-5A33-4A72-AD71-39587BED30E7}">
      <dsp:nvSpPr>
        <dsp:cNvPr id="0" name=""/>
        <dsp:cNvSpPr/>
      </dsp:nvSpPr>
      <dsp:spPr>
        <a:xfrm>
          <a:off x="0" y="3544598"/>
          <a:ext cx="4206240" cy="805252"/>
        </a:xfrm>
        <a:prstGeom prst="roundRect">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b="1" kern="1200"/>
            <a:t>No LLM used in this build</a:t>
          </a:r>
          <a:endParaRPr lang="en-IN" sz="2900" kern="1200"/>
        </a:p>
      </dsp:txBody>
      <dsp:txXfrm>
        <a:off x="39309" y="3583907"/>
        <a:ext cx="4127622" cy="7266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B9637-CE21-4215-BBCC-7E16112D9353}">
      <dsp:nvSpPr>
        <dsp:cNvPr id="0" name=""/>
        <dsp:cNvSpPr/>
      </dsp:nvSpPr>
      <dsp:spPr>
        <a:xfrm>
          <a:off x="2087491" y="2390266"/>
          <a:ext cx="2551377" cy="2551377"/>
        </a:xfrm>
        <a:prstGeom prst="gear9">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1" kern="1200" dirty="0"/>
            <a:t>TARGET USERS</a:t>
          </a:r>
        </a:p>
        <a:p>
          <a:pPr marL="0" lvl="0" indent="0" algn="ctr" defTabSz="800100">
            <a:lnSpc>
              <a:spcPct val="90000"/>
            </a:lnSpc>
            <a:spcBef>
              <a:spcPct val="0"/>
            </a:spcBef>
            <a:spcAft>
              <a:spcPct val="35000"/>
            </a:spcAft>
            <a:buNone/>
          </a:pPr>
          <a:r>
            <a:rPr lang="en-IN" sz="1400" b="1" kern="1200" dirty="0"/>
            <a:t>Samsung Customers</a:t>
          </a:r>
          <a:endParaRPr lang="en-IN" sz="1400" kern="1200" dirty="0"/>
        </a:p>
      </dsp:txBody>
      <dsp:txXfrm>
        <a:off x="2600431" y="2987914"/>
        <a:ext cx="1525497" cy="1311460"/>
      </dsp:txXfrm>
    </dsp:sp>
    <dsp:sp modelId="{C90D49D3-0C23-46D9-883E-35A0C4D01107}">
      <dsp:nvSpPr>
        <dsp:cNvPr id="0" name=""/>
        <dsp:cNvSpPr/>
      </dsp:nvSpPr>
      <dsp:spPr>
        <a:xfrm>
          <a:off x="1762770" y="3967482"/>
          <a:ext cx="1623604" cy="974162"/>
        </a:xfrm>
        <a:prstGeom prst="roundRect">
          <a:avLst>
            <a:gd name="adj" fmla="val 10000"/>
          </a:avLst>
        </a:prstGeom>
        <a:solidFill>
          <a:schemeClr val="lt1">
            <a:alpha val="90000"/>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444500">
            <a:lnSpc>
              <a:spcPct val="90000"/>
            </a:lnSpc>
            <a:spcBef>
              <a:spcPct val="0"/>
            </a:spcBef>
            <a:spcAft>
              <a:spcPct val="15000"/>
            </a:spcAft>
            <a:buChar char="•"/>
          </a:pPr>
          <a:endParaRPr lang="en-IN" sz="1000" kern="1200" dirty="0"/>
        </a:p>
        <a:p>
          <a:pPr marL="57150" lvl="1" indent="-57150" algn="l" defTabSz="444500">
            <a:lnSpc>
              <a:spcPct val="90000"/>
            </a:lnSpc>
            <a:spcBef>
              <a:spcPct val="0"/>
            </a:spcBef>
            <a:spcAft>
              <a:spcPct val="15000"/>
            </a:spcAft>
            <a:buChar char="•"/>
          </a:pPr>
          <a:r>
            <a:rPr lang="en-IN" sz="1000" kern="1200" dirty="0"/>
            <a:t>Get immediate troubleshooting assistance </a:t>
          </a:r>
        </a:p>
        <a:p>
          <a:pPr marL="57150" lvl="1" indent="-57150" algn="l" defTabSz="444500">
            <a:lnSpc>
              <a:spcPct val="90000"/>
            </a:lnSpc>
            <a:spcBef>
              <a:spcPct val="0"/>
            </a:spcBef>
            <a:spcAft>
              <a:spcPct val="15000"/>
            </a:spcAft>
            <a:buChar char="•"/>
          </a:pPr>
          <a:r>
            <a:rPr lang="en-IN" sz="1000" kern="1200" dirty="0"/>
            <a:t>Understand technical instructions easily </a:t>
          </a:r>
        </a:p>
      </dsp:txBody>
      <dsp:txXfrm>
        <a:off x="1791302" y="3996014"/>
        <a:ext cx="1566540" cy="917098"/>
      </dsp:txXfrm>
    </dsp:sp>
    <dsp:sp modelId="{5E43A855-FD4B-4215-9703-80321C6FB1F0}">
      <dsp:nvSpPr>
        <dsp:cNvPr id="0" name=""/>
        <dsp:cNvSpPr/>
      </dsp:nvSpPr>
      <dsp:spPr>
        <a:xfrm>
          <a:off x="603052" y="1787213"/>
          <a:ext cx="1855547" cy="1855547"/>
        </a:xfrm>
        <a:prstGeom prst="gear6">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a:t>Customer Support Agents</a:t>
          </a:r>
          <a:endParaRPr lang="en-IN" sz="1400" kern="1200"/>
        </a:p>
      </dsp:txBody>
      <dsp:txXfrm>
        <a:off x="1070192" y="2257176"/>
        <a:ext cx="921267" cy="915621"/>
      </dsp:txXfrm>
    </dsp:sp>
    <dsp:sp modelId="{23BE5922-64D0-4FD9-83C3-5D9F2AC1F0F0}">
      <dsp:nvSpPr>
        <dsp:cNvPr id="0" name=""/>
        <dsp:cNvSpPr/>
      </dsp:nvSpPr>
      <dsp:spPr>
        <a:xfrm>
          <a:off x="0" y="2993319"/>
          <a:ext cx="1623604" cy="974162"/>
        </a:xfrm>
        <a:prstGeom prst="roundRect">
          <a:avLst>
            <a:gd name="adj" fmla="val 10000"/>
          </a:avLst>
        </a:prstGeom>
        <a:solidFill>
          <a:schemeClr val="lt1">
            <a:alpha val="90000"/>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444500">
            <a:lnSpc>
              <a:spcPct val="90000"/>
            </a:lnSpc>
            <a:spcBef>
              <a:spcPct val="0"/>
            </a:spcBef>
            <a:spcAft>
              <a:spcPct val="15000"/>
            </a:spcAft>
            <a:buChar char="•"/>
          </a:pPr>
          <a:endParaRPr lang="en-IN" sz="1000" kern="1200" dirty="0"/>
        </a:p>
        <a:p>
          <a:pPr marL="57150" lvl="1" indent="-57150" algn="l" defTabSz="444500">
            <a:lnSpc>
              <a:spcPct val="90000"/>
            </a:lnSpc>
            <a:spcBef>
              <a:spcPct val="0"/>
            </a:spcBef>
            <a:spcAft>
              <a:spcPct val="15000"/>
            </a:spcAft>
            <a:buChar char="•"/>
          </a:pPr>
          <a:r>
            <a:rPr lang="en-IN" sz="1000" kern="1200" dirty="0"/>
            <a:t>Reduce repetitive document-searching work </a:t>
          </a:r>
        </a:p>
        <a:p>
          <a:pPr marL="57150" lvl="1" indent="-57150" algn="l" defTabSz="444500">
            <a:lnSpc>
              <a:spcPct val="90000"/>
            </a:lnSpc>
            <a:spcBef>
              <a:spcPct val="0"/>
            </a:spcBef>
            <a:spcAft>
              <a:spcPct val="15000"/>
            </a:spcAft>
            <a:buChar char="•"/>
          </a:pPr>
          <a:r>
            <a:rPr lang="en-IN" sz="1000" kern="1200"/>
            <a:t>Quickly access relevant troubleshooting information </a:t>
          </a:r>
        </a:p>
      </dsp:txBody>
      <dsp:txXfrm>
        <a:off x="28532" y="3021851"/>
        <a:ext cx="1566540" cy="917098"/>
      </dsp:txXfrm>
    </dsp:sp>
    <dsp:sp modelId="{7E30A5E9-0DA4-4624-AF9A-C3A56CA39CCD}">
      <dsp:nvSpPr>
        <dsp:cNvPr id="0" name=""/>
        <dsp:cNvSpPr/>
      </dsp:nvSpPr>
      <dsp:spPr>
        <a:xfrm rot="20700000">
          <a:off x="1642348" y="507075"/>
          <a:ext cx="1818057" cy="1818057"/>
        </a:xfrm>
        <a:prstGeom prst="gear6">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a:t>Samsung Support Operations</a:t>
          </a:r>
          <a:endParaRPr lang="en-IN" sz="1400" kern="1200"/>
        </a:p>
      </dsp:txBody>
      <dsp:txXfrm rot="-20700000">
        <a:off x="2041102" y="905828"/>
        <a:ext cx="1020551" cy="1020551"/>
      </dsp:txXfrm>
    </dsp:sp>
    <dsp:sp modelId="{B150604B-16C6-429D-B93C-E85A8E6AB481}">
      <dsp:nvSpPr>
        <dsp:cNvPr id="0" name=""/>
        <dsp:cNvSpPr/>
      </dsp:nvSpPr>
      <dsp:spPr>
        <a:xfrm>
          <a:off x="3015264" y="905828"/>
          <a:ext cx="1623604" cy="974162"/>
        </a:xfrm>
        <a:prstGeom prst="roundRect">
          <a:avLst>
            <a:gd name="adj" fmla="val 10000"/>
          </a:avLst>
        </a:prstGeom>
        <a:solidFill>
          <a:schemeClr val="lt1">
            <a:alpha val="90000"/>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444500">
            <a:lnSpc>
              <a:spcPct val="90000"/>
            </a:lnSpc>
            <a:spcBef>
              <a:spcPct val="0"/>
            </a:spcBef>
            <a:spcAft>
              <a:spcPct val="15000"/>
            </a:spcAft>
            <a:buChar char="•"/>
          </a:pPr>
          <a:endParaRPr lang="en-IN" sz="1000" kern="1200" dirty="0"/>
        </a:p>
        <a:p>
          <a:pPr marL="57150" lvl="1" indent="-57150" algn="l" defTabSz="444500">
            <a:lnSpc>
              <a:spcPct val="90000"/>
            </a:lnSpc>
            <a:spcBef>
              <a:spcPct val="0"/>
            </a:spcBef>
            <a:spcAft>
              <a:spcPct val="15000"/>
            </a:spcAft>
            <a:buChar char="•"/>
          </a:pPr>
          <a:r>
            <a:rPr lang="en-IN" sz="1000" kern="1200" dirty="0"/>
            <a:t>Improve consistency of troubleshooting responses </a:t>
          </a:r>
        </a:p>
        <a:p>
          <a:pPr marL="57150" lvl="1" indent="-57150" algn="l" defTabSz="444500">
            <a:lnSpc>
              <a:spcPct val="90000"/>
            </a:lnSpc>
            <a:spcBef>
              <a:spcPct val="0"/>
            </a:spcBef>
            <a:spcAft>
              <a:spcPct val="15000"/>
            </a:spcAft>
            <a:buChar char="•"/>
          </a:pPr>
          <a:r>
            <a:rPr lang="en-IN" sz="1000" kern="1200" dirty="0"/>
            <a:t>Scale support across large volumes of queries</a:t>
          </a:r>
        </a:p>
      </dsp:txBody>
      <dsp:txXfrm>
        <a:off x="3043796" y="934360"/>
        <a:ext cx="1566540" cy="917098"/>
      </dsp:txXfrm>
    </dsp:sp>
    <dsp:sp modelId="{71D6342D-C1A6-4345-8503-D2996B83209C}">
      <dsp:nvSpPr>
        <dsp:cNvPr id="0" name=""/>
        <dsp:cNvSpPr/>
      </dsp:nvSpPr>
      <dsp:spPr>
        <a:xfrm>
          <a:off x="1896214" y="2002471"/>
          <a:ext cx="3265763" cy="3265763"/>
        </a:xfrm>
        <a:prstGeom prst="circularArrow">
          <a:avLst>
            <a:gd name="adj1" fmla="val 4687"/>
            <a:gd name="adj2" fmla="val 299029"/>
            <a:gd name="adj3" fmla="val 2525856"/>
            <a:gd name="adj4" fmla="val 15840558"/>
            <a:gd name="adj5" fmla="val 5469"/>
          </a:avLst>
        </a:prstGeom>
        <a:solidFill>
          <a:srgbClr val="CCCCFF"/>
        </a:solidFill>
        <a:ln>
          <a:noFill/>
        </a:ln>
        <a:effectLst/>
      </dsp:spPr>
      <dsp:style>
        <a:lnRef idx="0">
          <a:scrgbClr r="0" g="0" b="0"/>
        </a:lnRef>
        <a:fillRef idx="1">
          <a:scrgbClr r="0" g="0" b="0"/>
        </a:fillRef>
        <a:effectRef idx="0">
          <a:scrgbClr r="0" g="0" b="0"/>
        </a:effectRef>
        <a:fontRef idx="minor">
          <a:schemeClr val="lt1"/>
        </a:fontRef>
      </dsp:style>
    </dsp:sp>
    <dsp:sp modelId="{AFD42E5F-0B1C-4E76-B396-C77232C2CFDD}">
      <dsp:nvSpPr>
        <dsp:cNvPr id="0" name=""/>
        <dsp:cNvSpPr/>
      </dsp:nvSpPr>
      <dsp:spPr>
        <a:xfrm>
          <a:off x="274439" y="1374743"/>
          <a:ext cx="2372781" cy="2372781"/>
        </a:xfrm>
        <a:prstGeom prst="leftCircularArrow">
          <a:avLst>
            <a:gd name="adj1" fmla="val 6452"/>
            <a:gd name="adj2" fmla="val 429999"/>
            <a:gd name="adj3" fmla="val 10489124"/>
            <a:gd name="adj4" fmla="val 14837806"/>
            <a:gd name="adj5" fmla="val 7527"/>
          </a:avLst>
        </a:prstGeom>
        <a:solidFill>
          <a:srgbClr val="CCCCFF"/>
        </a:solidFill>
        <a:ln>
          <a:noFill/>
        </a:ln>
        <a:effectLst/>
      </dsp:spPr>
      <dsp:style>
        <a:lnRef idx="0">
          <a:scrgbClr r="0" g="0" b="0"/>
        </a:lnRef>
        <a:fillRef idx="1">
          <a:scrgbClr r="0" g="0" b="0"/>
        </a:fillRef>
        <a:effectRef idx="0">
          <a:scrgbClr r="0" g="0" b="0"/>
        </a:effectRef>
        <a:fontRef idx="minor">
          <a:schemeClr val="lt1"/>
        </a:fontRef>
      </dsp:style>
    </dsp:sp>
    <dsp:sp modelId="{89CF592C-FEA1-40CE-BE0A-DA82118359E2}">
      <dsp:nvSpPr>
        <dsp:cNvPr id="0" name=""/>
        <dsp:cNvSpPr/>
      </dsp:nvSpPr>
      <dsp:spPr>
        <a:xfrm>
          <a:off x="1221813" y="106944"/>
          <a:ext cx="2558336" cy="2558336"/>
        </a:xfrm>
        <a:prstGeom prst="circularArrow">
          <a:avLst>
            <a:gd name="adj1" fmla="val 5984"/>
            <a:gd name="adj2" fmla="val 394124"/>
            <a:gd name="adj3" fmla="val 13313824"/>
            <a:gd name="adj4" fmla="val 10508221"/>
            <a:gd name="adj5" fmla="val 6981"/>
          </a:avLst>
        </a:prstGeom>
        <a:solidFill>
          <a:srgbClr val="CCCCFF"/>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69E3E-FD27-40AE-B75F-47C7E5B86676}">
      <dsp:nvSpPr>
        <dsp:cNvPr id="0" name=""/>
        <dsp:cNvSpPr/>
      </dsp:nvSpPr>
      <dsp:spPr>
        <a:xfrm>
          <a:off x="1836368" y="452691"/>
          <a:ext cx="350824" cy="91440"/>
        </a:xfrm>
        <a:custGeom>
          <a:avLst/>
          <a:gdLst/>
          <a:ahLst/>
          <a:cxnLst/>
          <a:rect l="0" t="0" r="0" b="0"/>
          <a:pathLst>
            <a:path>
              <a:moveTo>
                <a:pt x="0" y="45720"/>
              </a:moveTo>
              <a:lnTo>
                <a:pt x="350824" y="45720"/>
              </a:lnTo>
            </a:path>
          </a:pathLst>
        </a:custGeom>
        <a:noFill/>
        <a:ln w="6350" cap="flat" cmpd="sng" algn="ctr">
          <a:solidFill>
            <a:srgbClr val="7030A0"/>
          </a:solidFill>
          <a:prstDash val="solid"/>
          <a:miter lim="800000"/>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rgbClr val="7030A0"/>
            </a:solidFill>
          </a:endParaRPr>
        </a:p>
      </dsp:txBody>
      <dsp:txXfrm>
        <a:off x="2002245" y="496504"/>
        <a:ext cx="19071" cy="3814"/>
      </dsp:txXfrm>
    </dsp:sp>
    <dsp:sp modelId="{6772BE22-69C2-4C1C-B94B-498EB75DB367}">
      <dsp:nvSpPr>
        <dsp:cNvPr id="0" name=""/>
        <dsp:cNvSpPr/>
      </dsp:nvSpPr>
      <dsp:spPr>
        <a:xfrm>
          <a:off x="179800" y="900"/>
          <a:ext cx="1658367" cy="995020"/>
        </a:xfrm>
        <a:prstGeom prst="rect">
          <a:avLst/>
        </a:prstGeom>
        <a:solidFill>
          <a:srgbClr val="CCCCFF"/>
        </a:solidFill>
        <a:ln>
          <a:solidFill>
            <a:srgbClr val="7030A0"/>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7030A0"/>
              </a:solidFill>
            </a:rPr>
            <a:t>Key Use Cases</a:t>
          </a:r>
        </a:p>
      </dsp:txBody>
      <dsp:txXfrm>
        <a:off x="179800" y="900"/>
        <a:ext cx="1658367" cy="995020"/>
      </dsp:txXfrm>
    </dsp:sp>
    <dsp:sp modelId="{39B2516F-1F17-4E1A-B7DB-937B62CB6204}">
      <dsp:nvSpPr>
        <dsp:cNvPr id="0" name=""/>
        <dsp:cNvSpPr/>
      </dsp:nvSpPr>
      <dsp:spPr>
        <a:xfrm>
          <a:off x="3876160" y="452691"/>
          <a:ext cx="350824" cy="91440"/>
        </a:xfrm>
        <a:custGeom>
          <a:avLst/>
          <a:gdLst/>
          <a:ahLst/>
          <a:cxnLst/>
          <a:rect l="0" t="0" r="0" b="0"/>
          <a:pathLst>
            <a:path>
              <a:moveTo>
                <a:pt x="0" y="45720"/>
              </a:moveTo>
              <a:lnTo>
                <a:pt x="350824" y="45720"/>
              </a:lnTo>
            </a:path>
          </a:pathLst>
        </a:custGeom>
        <a:noFill/>
        <a:ln w="6350" cap="flat" cmpd="sng" algn="ctr">
          <a:solidFill>
            <a:srgbClr val="7030A0"/>
          </a:solidFill>
          <a:prstDash val="solid"/>
          <a:miter lim="800000"/>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rgbClr val="7030A0"/>
            </a:solidFill>
          </a:endParaRPr>
        </a:p>
      </dsp:txBody>
      <dsp:txXfrm>
        <a:off x="4042037" y="496504"/>
        <a:ext cx="19071" cy="3814"/>
      </dsp:txXfrm>
    </dsp:sp>
    <dsp:sp modelId="{B59CD7C3-88D5-4D43-A6BE-E03ED0BE1E19}">
      <dsp:nvSpPr>
        <dsp:cNvPr id="0" name=""/>
        <dsp:cNvSpPr/>
      </dsp:nvSpPr>
      <dsp:spPr>
        <a:xfrm>
          <a:off x="2219593" y="900"/>
          <a:ext cx="1658367" cy="995020"/>
        </a:xfrm>
        <a:prstGeom prst="rect">
          <a:avLst/>
        </a:prstGeom>
        <a:solidFill>
          <a:srgbClr val="CCCCFF"/>
        </a:solidFill>
        <a:ln>
          <a:solidFill>
            <a:srgbClr val="7030A0"/>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7030A0"/>
              </a:solidFill>
            </a:rPr>
            <a:t>Screen/display problems</a:t>
          </a:r>
        </a:p>
      </dsp:txBody>
      <dsp:txXfrm>
        <a:off x="2219593" y="900"/>
        <a:ext cx="1658367" cy="995020"/>
      </dsp:txXfrm>
    </dsp:sp>
    <dsp:sp modelId="{95DE18C6-C77E-465E-8864-DE5654DB8C1B}">
      <dsp:nvSpPr>
        <dsp:cNvPr id="0" name=""/>
        <dsp:cNvSpPr/>
      </dsp:nvSpPr>
      <dsp:spPr>
        <a:xfrm>
          <a:off x="1008984" y="994121"/>
          <a:ext cx="4079585" cy="350824"/>
        </a:xfrm>
        <a:custGeom>
          <a:avLst/>
          <a:gdLst/>
          <a:ahLst/>
          <a:cxnLst/>
          <a:rect l="0" t="0" r="0" b="0"/>
          <a:pathLst>
            <a:path>
              <a:moveTo>
                <a:pt x="4079585" y="0"/>
              </a:moveTo>
              <a:lnTo>
                <a:pt x="4079585" y="192512"/>
              </a:lnTo>
              <a:lnTo>
                <a:pt x="0" y="192512"/>
              </a:lnTo>
              <a:lnTo>
                <a:pt x="0" y="350824"/>
              </a:lnTo>
            </a:path>
          </a:pathLst>
        </a:custGeom>
        <a:noFill/>
        <a:ln w="6350" cap="flat" cmpd="sng" algn="ctr">
          <a:solidFill>
            <a:srgbClr val="7030A0"/>
          </a:solidFill>
          <a:prstDash val="solid"/>
          <a:miter lim="800000"/>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rgbClr val="7030A0"/>
            </a:solidFill>
          </a:endParaRPr>
        </a:p>
      </dsp:txBody>
      <dsp:txXfrm>
        <a:off x="2946342" y="1167626"/>
        <a:ext cx="204868" cy="3814"/>
      </dsp:txXfrm>
    </dsp:sp>
    <dsp:sp modelId="{134594F7-69C5-41E3-87C6-8FD1C0C33572}">
      <dsp:nvSpPr>
        <dsp:cNvPr id="0" name=""/>
        <dsp:cNvSpPr/>
      </dsp:nvSpPr>
      <dsp:spPr>
        <a:xfrm>
          <a:off x="4259385" y="900"/>
          <a:ext cx="1658367" cy="995020"/>
        </a:xfrm>
        <a:prstGeom prst="rect">
          <a:avLst/>
        </a:prstGeom>
        <a:solidFill>
          <a:srgbClr val="CCCCFF"/>
        </a:solidFill>
        <a:ln>
          <a:solidFill>
            <a:srgbClr val="7030A0"/>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7030A0"/>
              </a:solidFill>
            </a:rPr>
            <a:t>Battery and charging issues </a:t>
          </a:r>
        </a:p>
      </dsp:txBody>
      <dsp:txXfrm>
        <a:off x="4259385" y="900"/>
        <a:ext cx="1658367" cy="995020"/>
      </dsp:txXfrm>
    </dsp:sp>
    <dsp:sp modelId="{D19917E4-9021-4D8D-9A01-67A585077227}">
      <dsp:nvSpPr>
        <dsp:cNvPr id="0" name=""/>
        <dsp:cNvSpPr/>
      </dsp:nvSpPr>
      <dsp:spPr>
        <a:xfrm>
          <a:off x="1836368" y="1829136"/>
          <a:ext cx="350824" cy="91440"/>
        </a:xfrm>
        <a:custGeom>
          <a:avLst/>
          <a:gdLst/>
          <a:ahLst/>
          <a:cxnLst/>
          <a:rect l="0" t="0" r="0" b="0"/>
          <a:pathLst>
            <a:path>
              <a:moveTo>
                <a:pt x="0" y="45720"/>
              </a:moveTo>
              <a:lnTo>
                <a:pt x="350824" y="45720"/>
              </a:lnTo>
            </a:path>
          </a:pathLst>
        </a:custGeom>
        <a:noFill/>
        <a:ln w="6350" cap="flat" cmpd="sng" algn="ctr">
          <a:solidFill>
            <a:srgbClr val="7030A0"/>
          </a:solidFill>
          <a:prstDash val="solid"/>
          <a:miter lim="800000"/>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rgbClr val="7030A0"/>
            </a:solidFill>
          </a:endParaRPr>
        </a:p>
      </dsp:txBody>
      <dsp:txXfrm>
        <a:off x="2002245" y="1872949"/>
        <a:ext cx="19071" cy="3814"/>
      </dsp:txXfrm>
    </dsp:sp>
    <dsp:sp modelId="{105B9B20-3C06-4DE5-AC56-48F5DC97CBBE}">
      <dsp:nvSpPr>
        <dsp:cNvPr id="0" name=""/>
        <dsp:cNvSpPr/>
      </dsp:nvSpPr>
      <dsp:spPr>
        <a:xfrm>
          <a:off x="179800" y="1377346"/>
          <a:ext cx="1658367" cy="995020"/>
        </a:xfrm>
        <a:prstGeom prst="rect">
          <a:avLst/>
        </a:prstGeom>
        <a:solidFill>
          <a:srgbClr val="CCCCFF"/>
        </a:solidFill>
        <a:ln>
          <a:solidFill>
            <a:srgbClr val="7030A0"/>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7030A0"/>
              </a:solidFill>
            </a:rPr>
            <a:t>Audio problems &amp; Connectivity issues </a:t>
          </a:r>
        </a:p>
      </dsp:txBody>
      <dsp:txXfrm>
        <a:off x="179800" y="1377346"/>
        <a:ext cx="1658367" cy="995020"/>
      </dsp:txXfrm>
    </dsp:sp>
    <dsp:sp modelId="{2FC7F78E-26BA-4909-9D82-9532467397C0}">
      <dsp:nvSpPr>
        <dsp:cNvPr id="0" name=""/>
        <dsp:cNvSpPr/>
      </dsp:nvSpPr>
      <dsp:spPr>
        <a:xfrm>
          <a:off x="3876160" y="1829136"/>
          <a:ext cx="350824" cy="91440"/>
        </a:xfrm>
        <a:custGeom>
          <a:avLst/>
          <a:gdLst/>
          <a:ahLst/>
          <a:cxnLst/>
          <a:rect l="0" t="0" r="0" b="0"/>
          <a:pathLst>
            <a:path>
              <a:moveTo>
                <a:pt x="0" y="45720"/>
              </a:moveTo>
              <a:lnTo>
                <a:pt x="350824" y="45720"/>
              </a:lnTo>
            </a:path>
          </a:pathLst>
        </a:custGeom>
        <a:noFill/>
        <a:ln w="6350" cap="flat" cmpd="sng" algn="ctr">
          <a:solidFill>
            <a:srgbClr val="7030A0"/>
          </a:solidFill>
          <a:prstDash val="solid"/>
          <a:miter lim="800000"/>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rgbClr val="7030A0"/>
            </a:solidFill>
          </a:endParaRPr>
        </a:p>
      </dsp:txBody>
      <dsp:txXfrm>
        <a:off x="4042037" y="1872949"/>
        <a:ext cx="19071" cy="3814"/>
      </dsp:txXfrm>
    </dsp:sp>
    <dsp:sp modelId="{DED4667A-BEBE-44E1-B01D-6679EEFD9F15}">
      <dsp:nvSpPr>
        <dsp:cNvPr id="0" name=""/>
        <dsp:cNvSpPr/>
      </dsp:nvSpPr>
      <dsp:spPr>
        <a:xfrm>
          <a:off x="2219593" y="1377346"/>
          <a:ext cx="1658367" cy="995020"/>
        </a:xfrm>
        <a:prstGeom prst="rect">
          <a:avLst/>
        </a:prstGeom>
        <a:solidFill>
          <a:srgbClr val="CCCCFF"/>
        </a:solidFill>
        <a:ln>
          <a:solidFill>
            <a:srgbClr val="7030A0"/>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7030A0"/>
              </a:solidFill>
            </a:rPr>
            <a:t>Settings-related problems</a:t>
          </a:r>
        </a:p>
      </dsp:txBody>
      <dsp:txXfrm>
        <a:off x="2219593" y="1377346"/>
        <a:ext cx="1658367" cy="995020"/>
      </dsp:txXfrm>
    </dsp:sp>
    <dsp:sp modelId="{DE879262-5735-4AD1-BC71-D5D1CD131840}">
      <dsp:nvSpPr>
        <dsp:cNvPr id="0" name=""/>
        <dsp:cNvSpPr/>
      </dsp:nvSpPr>
      <dsp:spPr>
        <a:xfrm>
          <a:off x="4259385" y="1377346"/>
          <a:ext cx="1658367" cy="995020"/>
        </a:xfrm>
        <a:prstGeom prst="rect">
          <a:avLst/>
        </a:prstGeom>
        <a:solidFill>
          <a:srgbClr val="CCCCFF"/>
        </a:solidFill>
        <a:ln>
          <a:solidFill>
            <a:srgbClr val="7030A0"/>
          </a:solid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b="1" kern="1200" dirty="0">
              <a:solidFill>
                <a:srgbClr val="7030A0"/>
              </a:solidFill>
            </a:rPr>
            <a:t>General device troubleshooting</a:t>
          </a:r>
        </a:p>
      </dsp:txBody>
      <dsp:txXfrm>
        <a:off x="4259385" y="1377346"/>
        <a:ext cx="1658367" cy="9950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2B0AAC-E11E-4B1B-819D-A6482EEF6C11}">
      <dsp:nvSpPr>
        <dsp:cNvPr id="0" name=""/>
        <dsp:cNvSpPr/>
      </dsp:nvSpPr>
      <dsp:spPr>
        <a:xfrm>
          <a:off x="846" y="1199917"/>
          <a:ext cx="1185567" cy="977845"/>
        </a:xfrm>
        <a:prstGeom prst="roundRect">
          <a:avLst>
            <a:gd name="adj" fmla="val 10000"/>
          </a:avLst>
        </a:prstGeom>
        <a:noFill/>
        <a:ln w="6350" cap="flat" cmpd="sng" algn="ctr">
          <a:solidFill>
            <a:srgbClr val="7030A0"/>
          </a:solidFill>
          <a:prstDash val="solid"/>
          <a:miter lim="800000"/>
        </a:ln>
        <a:effectLst/>
      </dsp:spPr>
      <dsp:style>
        <a:lnRef idx="1">
          <a:scrgbClr r="0" g="0" b="0"/>
        </a:lnRef>
        <a:fillRef idx="1">
          <a:scrgbClr r="0" g="0" b="0"/>
        </a:fillRef>
        <a:effectRef idx="2">
          <a:scrgbClr r="0" g="0" b="0"/>
        </a:effectRef>
        <a:fontRef idx="minor"/>
      </dsp:style>
    </dsp:sp>
    <dsp:sp modelId="{3DD0FE89-7A5F-4BC3-BEF9-AB69656516AC}">
      <dsp:nvSpPr>
        <dsp:cNvPr id="0" name=""/>
        <dsp:cNvSpPr/>
      </dsp:nvSpPr>
      <dsp:spPr>
        <a:xfrm>
          <a:off x="674830" y="1460560"/>
          <a:ext cx="1266465" cy="1266465"/>
        </a:xfrm>
        <a:prstGeom prst="leftCircularArrow">
          <a:avLst>
            <a:gd name="adj1" fmla="val 2833"/>
            <a:gd name="adj2" fmla="val 346005"/>
            <a:gd name="adj3" fmla="val 2121516"/>
            <a:gd name="adj4" fmla="val 9024489"/>
            <a:gd name="adj5" fmla="val 3305"/>
          </a:avLst>
        </a:prstGeom>
        <a:solidFill>
          <a:srgbClr val="CCCCFF"/>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DCF8EBE-8AEA-4234-A7D8-B2F121A460D1}">
      <dsp:nvSpPr>
        <dsp:cNvPr id="0" name=""/>
        <dsp:cNvSpPr/>
      </dsp:nvSpPr>
      <dsp:spPr>
        <a:xfrm>
          <a:off x="264305" y="1968224"/>
          <a:ext cx="1053837" cy="419076"/>
        </a:xfrm>
        <a:prstGeom prst="roundRect">
          <a:avLst>
            <a:gd name="adj" fmla="val 10000"/>
          </a:avLst>
        </a:prstGeom>
        <a:solidFill>
          <a:srgbClr val="7030A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b="1" kern="1200"/>
            <a:t>Expected Impact</a:t>
          </a:r>
          <a:endParaRPr lang="en-IN" sz="1200" kern="1200"/>
        </a:p>
      </dsp:txBody>
      <dsp:txXfrm>
        <a:off x="276579" y="1980498"/>
        <a:ext cx="1029289" cy="394528"/>
      </dsp:txXfrm>
    </dsp:sp>
    <dsp:sp modelId="{FE6354C0-AEDF-44DE-A2FF-EDBECBCFDA95}">
      <dsp:nvSpPr>
        <dsp:cNvPr id="0" name=""/>
        <dsp:cNvSpPr/>
      </dsp:nvSpPr>
      <dsp:spPr>
        <a:xfrm>
          <a:off x="1488991" y="1199917"/>
          <a:ext cx="1185567" cy="977845"/>
        </a:xfrm>
        <a:prstGeom prst="roundRect">
          <a:avLst>
            <a:gd name="adj" fmla="val 10000"/>
          </a:avLst>
        </a:prstGeom>
        <a:solidFill>
          <a:schemeClr val="lt1">
            <a:alpha val="90000"/>
            <a:hueOff val="0"/>
            <a:satOff val="0"/>
            <a:lumOff val="0"/>
            <a:alphaOff val="0"/>
          </a:schemeClr>
        </a:solidFill>
        <a:ln w="6350" cap="flat" cmpd="sng" algn="ctr">
          <a:solidFill>
            <a:srgbClr val="7030A0"/>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endParaRPr lang="en-IN" sz="1100" kern="1200" dirty="0"/>
        </a:p>
        <a:p>
          <a:pPr marL="57150" lvl="1" indent="-57150" algn="l" defTabSz="488950">
            <a:lnSpc>
              <a:spcPct val="90000"/>
            </a:lnSpc>
            <a:spcBef>
              <a:spcPct val="0"/>
            </a:spcBef>
            <a:spcAft>
              <a:spcPct val="15000"/>
            </a:spcAft>
            <a:buChar char="•"/>
          </a:pPr>
          <a:r>
            <a:rPr lang="en-IN" sz="1100" kern="1200" dirty="0"/>
            <a:t>Faster access to relevant solutions</a:t>
          </a:r>
        </a:p>
      </dsp:txBody>
      <dsp:txXfrm>
        <a:off x="1511494" y="1431959"/>
        <a:ext cx="1140561" cy="723300"/>
      </dsp:txXfrm>
    </dsp:sp>
    <dsp:sp modelId="{7EEE00DB-298B-47E0-8E8E-ECDF16AA56B9}">
      <dsp:nvSpPr>
        <dsp:cNvPr id="0" name=""/>
        <dsp:cNvSpPr/>
      </dsp:nvSpPr>
      <dsp:spPr>
        <a:xfrm>
          <a:off x="2153096" y="612314"/>
          <a:ext cx="1417954" cy="1417954"/>
        </a:xfrm>
        <a:prstGeom prst="circularArrow">
          <a:avLst>
            <a:gd name="adj1" fmla="val 2530"/>
            <a:gd name="adj2" fmla="val 306868"/>
            <a:gd name="adj3" fmla="val 19517622"/>
            <a:gd name="adj4" fmla="val 12575511"/>
            <a:gd name="adj5" fmla="val 2952"/>
          </a:avLst>
        </a:prstGeom>
        <a:solidFill>
          <a:srgbClr val="CCCCFF"/>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0696261-627F-4F7D-BDDA-E423C3EA3C19}">
      <dsp:nvSpPr>
        <dsp:cNvPr id="0" name=""/>
        <dsp:cNvSpPr/>
      </dsp:nvSpPr>
      <dsp:spPr>
        <a:xfrm>
          <a:off x="1752451" y="990379"/>
          <a:ext cx="1053837" cy="419076"/>
        </a:xfrm>
        <a:prstGeom prst="roundRect">
          <a:avLst>
            <a:gd name="adj" fmla="val 10000"/>
          </a:avLst>
        </a:prstGeom>
        <a:solidFill>
          <a:srgbClr val="7030A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b="1" kern="1200" dirty="0"/>
            <a:t>Customer</a:t>
          </a:r>
          <a:endParaRPr lang="en-IN" sz="1200" kern="1200" dirty="0"/>
        </a:p>
      </dsp:txBody>
      <dsp:txXfrm>
        <a:off x="1764725" y="1002653"/>
        <a:ext cx="1029289" cy="394528"/>
      </dsp:txXfrm>
    </dsp:sp>
    <dsp:sp modelId="{3EBC7E01-5969-439F-B392-3D657585DAF8}">
      <dsp:nvSpPr>
        <dsp:cNvPr id="0" name=""/>
        <dsp:cNvSpPr/>
      </dsp:nvSpPr>
      <dsp:spPr>
        <a:xfrm>
          <a:off x="2977137" y="1199917"/>
          <a:ext cx="1185567" cy="977845"/>
        </a:xfrm>
        <a:prstGeom prst="roundRect">
          <a:avLst>
            <a:gd name="adj" fmla="val 10000"/>
          </a:avLst>
        </a:prstGeom>
        <a:solidFill>
          <a:schemeClr val="lt1">
            <a:alpha val="90000"/>
            <a:hueOff val="0"/>
            <a:satOff val="0"/>
            <a:lumOff val="0"/>
            <a:alphaOff val="0"/>
          </a:schemeClr>
        </a:solidFill>
        <a:ln w="6350" cap="flat" cmpd="sng" algn="ctr">
          <a:solidFill>
            <a:srgbClr val="7030A0"/>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endParaRPr lang="en-IN" sz="1100" kern="1200" dirty="0"/>
        </a:p>
        <a:p>
          <a:pPr marL="57150" lvl="1" indent="-57150" algn="l" defTabSz="488950">
            <a:lnSpc>
              <a:spcPct val="90000"/>
            </a:lnSpc>
            <a:spcBef>
              <a:spcPct val="0"/>
            </a:spcBef>
            <a:spcAft>
              <a:spcPct val="15000"/>
            </a:spcAft>
            <a:buChar char="•"/>
          </a:pPr>
          <a:r>
            <a:rPr lang="en-IN" sz="1100" kern="1200" dirty="0"/>
            <a:t>Less repetitive documentation lookup</a:t>
          </a:r>
        </a:p>
      </dsp:txBody>
      <dsp:txXfrm>
        <a:off x="2999640" y="1222420"/>
        <a:ext cx="1140561" cy="723300"/>
      </dsp:txXfrm>
    </dsp:sp>
    <dsp:sp modelId="{F1109A37-0BDF-4EF1-B1A8-BEEA1C929E82}">
      <dsp:nvSpPr>
        <dsp:cNvPr id="0" name=""/>
        <dsp:cNvSpPr/>
      </dsp:nvSpPr>
      <dsp:spPr>
        <a:xfrm>
          <a:off x="3651121" y="1460560"/>
          <a:ext cx="1266465" cy="1266465"/>
        </a:xfrm>
        <a:prstGeom prst="leftCircularArrow">
          <a:avLst>
            <a:gd name="adj1" fmla="val 2833"/>
            <a:gd name="adj2" fmla="val 346005"/>
            <a:gd name="adj3" fmla="val 2121516"/>
            <a:gd name="adj4" fmla="val 9024489"/>
            <a:gd name="adj5" fmla="val 3305"/>
          </a:avLst>
        </a:prstGeom>
        <a:solidFill>
          <a:srgbClr val="CCCCFF"/>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EA42AD2-2897-438E-8627-4DA67FB91F6C}">
      <dsp:nvSpPr>
        <dsp:cNvPr id="0" name=""/>
        <dsp:cNvSpPr/>
      </dsp:nvSpPr>
      <dsp:spPr>
        <a:xfrm>
          <a:off x="3240596" y="1968224"/>
          <a:ext cx="1053837" cy="419076"/>
        </a:xfrm>
        <a:prstGeom prst="roundRect">
          <a:avLst>
            <a:gd name="adj" fmla="val 10000"/>
          </a:avLst>
        </a:prstGeom>
        <a:solidFill>
          <a:srgbClr val="7030A0"/>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b="1" kern="1200" dirty="0"/>
            <a:t>Agent</a:t>
          </a:r>
          <a:endParaRPr lang="en-IN" sz="1200" kern="1200" dirty="0"/>
        </a:p>
      </dsp:txBody>
      <dsp:txXfrm>
        <a:off x="3252870" y="1980498"/>
        <a:ext cx="1029289" cy="394528"/>
      </dsp:txXfrm>
    </dsp:sp>
    <dsp:sp modelId="{5E8E9B99-1A7B-46C6-8954-CD94CD0413DB}">
      <dsp:nvSpPr>
        <dsp:cNvPr id="0" name=""/>
        <dsp:cNvSpPr/>
      </dsp:nvSpPr>
      <dsp:spPr>
        <a:xfrm>
          <a:off x="4465282" y="1199917"/>
          <a:ext cx="1185567" cy="977845"/>
        </a:xfrm>
        <a:prstGeom prst="roundRect">
          <a:avLst>
            <a:gd name="adj" fmla="val 10000"/>
          </a:avLst>
        </a:prstGeom>
        <a:noFill/>
        <a:ln w="6350" cap="flat" cmpd="sng" algn="ctr">
          <a:solidFill>
            <a:srgbClr val="7030A0"/>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0955" tIns="20955" rIns="20955" bIns="20955" numCol="1" spcCol="1270" anchor="t" anchorCtr="0">
          <a:noAutofit/>
        </a:bodyPr>
        <a:lstStyle/>
        <a:p>
          <a:pPr marL="57150" lvl="1" indent="-57150" algn="l" defTabSz="488950">
            <a:lnSpc>
              <a:spcPct val="90000"/>
            </a:lnSpc>
            <a:spcBef>
              <a:spcPct val="0"/>
            </a:spcBef>
            <a:spcAft>
              <a:spcPct val="15000"/>
            </a:spcAft>
            <a:buChar char="•"/>
          </a:pPr>
          <a:endParaRPr lang="en-IN" sz="1100" kern="1200" dirty="0"/>
        </a:p>
        <a:p>
          <a:pPr marL="57150" lvl="1" indent="-57150" algn="l" defTabSz="488950">
            <a:lnSpc>
              <a:spcPct val="90000"/>
            </a:lnSpc>
            <a:spcBef>
              <a:spcPct val="0"/>
            </a:spcBef>
            <a:spcAft>
              <a:spcPct val="15000"/>
            </a:spcAft>
            <a:buChar char="•"/>
          </a:pPr>
          <a:r>
            <a:rPr lang="en-IN" sz="1100" kern="1200" dirty="0"/>
            <a:t>More consistent and scalable support</a:t>
          </a:r>
        </a:p>
      </dsp:txBody>
      <dsp:txXfrm>
        <a:off x="4487785" y="1431959"/>
        <a:ext cx="1140561" cy="723300"/>
      </dsp:txXfrm>
    </dsp:sp>
    <dsp:sp modelId="{0A6344FE-3537-49C7-9C8B-E0530680EB70}">
      <dsp:nvSpPr>
        <dsp:cNvPr id="0" name=""/>
        <dsp:cNvSpPr/>
      </dsp:nvSpPr>
      <dsp:spPr>
        <a:xfrm>
          <a:off x="4728742" y="990379"/>
          <a:ext cx="1053837" cy="419076"/>
        </a:xfrm>
        <a:prstGeom prst="roundRect">
          <a:avLst>
            <a:gd name="adj" fmla="val 10000"/>
          </a:avLst>
        </a:prstGeom>
        <a:solidFill>
          <a:srgbClr val="704EA6"/>
        </a:solidFill>
        <a:ln>
          <a:solidFill>
            <a:srgbClr val="7030A0"/>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b="1" kern="1200" dirty="0">
              <a:solidFill>
                <a:schemeClr val="bg1"/>
              </a:solidFill>
            </a:rPr>
            <a:t>Organization</a:t>
          </a:r>
          <a:endParaRPr lang="en-IN" sz="1200" kern="1200" dirty="0">
            <a:solidFill>
              <a:schemeClr val="bg1"/>
            </a:solidFill>
          </a:endParaRPr>
        </a:p>
      </dsp:txBody>
      <dsp:txXfrm>
        <a:off x="4741016" y="1002653"/>
        <a:ext cx="1029289" cy="39452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761519-4149-407B-9C35-F0039CBAEC64}">
      <dsp:nvSpPr>
        <dsp:cNvPr id="0" name=""/>
        <dsp:cNvSpPr/>
      </dsp:nvSpPr>
      <dsp:spPr>
        <a:xfrm>
          <a:off x="1492334" y="63199"/>
          <a:ext cx="3033576" cy="3033576"/>
        </a:xfrm>
        <a:prstGeom prst="ellipse">
          <a:avLst/>
        </a:prstGeom>
        <a:solidFill>
          <a:srgbClr val="CCCC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577850">
            <a:lnSpc>
              <a:spcPct val="90000"/>
            </a:lnSpc>
            <a:spcBef>
              <a:spcPct val="0"/>
            </a:spcBef>
            <a:spcAft>
              <a:spcPct val="35000"/>
            </a:spcAft>
            <a:buNone/>
          </a:pPr>
          <a:r>
            <a:rPr lang="en-IN" sz="1300" b="1" kern="1200">
              <a:solidFill>
                <a:srgbClr val="7030A0"/>
              </a:solidFill>
            </a:rPr>
            <a:t>Innovation</a:t>
          </a:r>
          <a:endParaRPr lang="en-IN" sz="1300" kern="1200">
            <a:solidFill>
              <a:srgbClr val="7030A0"/>
            </a:solidFill>
          </a:endParaRPr>
        </a:p>
        <a:p>
          <a:pPr marL="57150" lvl="1" indent="-57150" algn="l" defTabSz="444500">
            <a:lnSpc>
              <a:spcPct val="90000"/>
            </a:lnSpc>
            <a:spcBef>
              <a:spcPct val="0"/>
            </a:spcBef>
            <a:spcAft>
              <a:spcPct val="15000"/>
            </a:spcAft>
            <a:buChar char="•"/>
          </a:pPr>
          <a:r>
            <a:rPr lang="en-IN" sz="1000" b="0" kern="1200" dirty="0">
              <a:solidFill>
                <a:srgbClr val="7030A0"/>
              </a:solidFill>
            </a:rPr>
            <a:t>Zero-hallucination by construction: extraction never generates new sentences, only segments supplied text</a:t>
          </a:r>
          <a:endParaRPr lang="en-IN" sz="1000" kern="1200" dirty="0">
            <a:solidFill>
              <a:srgbClr val="7030A0"/>
            </a:solidFill>
          </a:endParaRPr>
        </a:p>
        <a:p>
          <a:pPr marL="57150" lvl="1" indent="-57150" algn="l" defTabSz="444500">
            <a:lnSpc>
              <a:spcPct val="90000"/>
            </a:lnSpc>
            <a:spcBef>
              <a:spcPct val="0"/>
            </a:spcBef>
            <a:spcAft>
              <a:spcPct val="15000"/>
            </a:spcAft>
            <a:buChar char="•"/>
          </a:pPr>
          <a:r>
            <a:rPr lang="en-IN" sz="1000" b="0" kern="1200" dirty="0">
              <a:solidFill>
                <a:srgbClr val="7030A0"/>
              </a:solidFill>
            </a:rPr>
            <a:t>Programmatic rule enforcement every word-count/prefix/category rule is checked in code, not hoped for from a prompt</a:t>
          </a:r>
          <a:endParaRPr lang="en-IN" sz="1000" kern="1200" dirty="0">
            <a:solidFill>
              <a:srgbClr val="7030A0"/>
            </a:solidFill>
          </a:endParaRPr>
        </a:p>
      </dsp:txBody>
      <dsp:txXfrm>
        <a:off x="1896811" y="594075"/>
        <a:ext cx="2224622" cy="1365109"/>
      </dsp:txXfrm>
    </dsp:sp>
    <dsp:sp modelId="{60BE2A75-CF52-481E-A8CA-07706E2FD3F5}">
      <dsp:nvSpPr>
        <dsp:cNvPr id="0" name=""/>
        <dsp:cNvSpPr/>
      </dsp:nvSpPr>
      <dsp:spPr>
        <a:xfrm>
          <a:off x="2586950" y="1959184"/>
          <a:ext cx="3033576" cy="3033576"/>
        </a:xfrm>
        <a:prstGeom prst="ellipse">
          <a:avLst/>
        </a:prstGeom>
        <a:solidFill>
          <a:srgbClr val="CCCCFF">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577850">
            <a:lnSpc>
              <a:spcPct val="90000"/>
            </a:lnSpc>
            <a:spcBef>
              <a:spcPct val="0"/>
            </a:spcBef>
            <a:spcAft>
              <a:spcPct val="35000"/>
            </a:spcAft>
            <a:buNone/>
          </a:pPr>
          <a:r>
            <a:rPr lang="en-IN" sz="1300" b="1" kern="1200">
              <a:solidFill>
                <a:srgbClr val="7030A0"/>
              </a:solidFill>
            </a:rPr>
            <a:t>Measured results</a:t>
          </a:r>
          <a:endParaRPr lang="en-IN" sz="1300" kern="1200">
            <a:solidFill>
              <a:srgbClr val="7030A0"/>
            </a:solidFill>
          </a:endParaRPr>
        </a:p>
        <a:p>
          <a:pPr marL="57150" lvl="1" indent="-57150" algn="l" defTabSz="444500">
            <a:lnSpc>
              <a:spcPct val="90000"/>
            </a:lnSpc>
            <a:spcBef>
              <a:spcPct val="0"/>
            </a:spcBef>
            <a:spcAft>
              <a:spcPct val="15000"/>
            </a:spcAft>
            <a:buChar char="•"/>
          </a:pPr>
          <a:r>
            <a:rPr lang="en-IN" sz="1000" b="0" kern="1200">
              <a:solidFill>
                <a:srgbClr val="7030A0"/>
              </a:solidFill>
            </a:rPr>
            <a:t>0 schema/rule violations across all 20 seed scenarios</a:t>
          </a:r>
          <a:endParaRPr lang="en-IN" sz="1000" kern="1200">
            <a:solidFill>
              <a:srgbClr val="7030A0"/>
            </a:solidFill>
          </a:endParaRPr>
        </a:p>
        <a:p>
          <a:pPr marL="57150" lvl="1" indent="-57150" algn="l" defTabSz="444500">
            <a:lnSpc>
              <a:spcPct val="90000"/>
            </a:lnSpc>
            <a:spcBef>
              <a:spcPct val="0"/>
            </a:spcBef>
            <a:spcAft>
              <a:spcPct val="15000"/>
            </a:spcAft>
            <a:buChar char="•"/>
          </a:pPr>
          <a:r>
            <a:rPr lang="en-IN" sz="1000" b="0" kern="1200" dirty="0">
              <a:solidFill>
                <a:srgbClr val="7030A0"/>
              </a:solidFill>
            </a:rPr>
            <a:t>100% of “auto” actions carry a resolved, verified </a:t>
          </a:r>
          <a:r>
            <a:rPr lang="en-IN" sz="1000" b="0" kern="1200" dirty="0" err="1">
              <a:solidFill>
                <a:srgbClr val="7030A0"/>
              </a:solidFill>
            </a:rPr>
            <a:t>deeplink</a:t>
          </a:r>
          <a:endParaRPr lang="en-IN" sz="1000" kern="1200" dirty="0">
            <a:solidFill>
              <a:srgbClr val="7030A0"/>
            </a:solidFill>
          </a:endParaRPr>
        </a:p>
        <a:p>
          <a:pPr marL="57150" lvl="1" indent="-57150" algn="l" defTabSz="444500">
            <a:lnSpc>
              <a:spcPct val="90000"/>
            </a:lnSpc>
            <a:spcBef>
              <a:spcPct val="0"/>
            </a:spcBef>
            <a:spcAft>
              <a:spcPct val="15000"/>
            </a:spcAft>
            <a:buChar char="•"/>
          </a:pPr>
          <a:r>
            <a:rPr lang="en-IN" sz="1000" b="0" kern="1200" dirty="0">
              <a:solidFill>
                <a:srgbClr val="7030A0"/>
              </a:solidFill>
            </a:rPr>
            <a:t>Cache-hit latency:0.12ms P50 (target 300ms)</a:t>
          </a:r>
          <a:endParaRPr lang="en-IN" sz="1000" kern="1200" dirty="0">
            <a:solidFill>
              <a:srgbClr val="7030A0"/>
            </a:solidFill>
          </a:endParaRPr>
        </a:p>
        <a:p>
          <a:pPr marL="57150" lvl="1" indent="-57150" algn="l" defTabSz="444500">
            <a:lnSpc>
              <a:spcPct val="90000"/>
            </a:lnSpc>
            <a:spcBef>
              <a:spcPct val="0"/>
            </a:spcBef>
            <a:spcAft>
              <a:spcPct val="15000"/>
            </a:spcAft>
            <a:buChar char="•"/>
          </a:pPr>
          <a:r>
            <a:rPr lang="en-IN" sz="1000" b="0" kern="1200" dirty="0">
              <a:solidFill>
                <a:srgbClr val="7030A0"/>
              </a:solidFill>
            </a:rPr>
            <a:t>Cold-path latency:3.6ms P50 (target 8000ms)</a:t>
          </a:r>
          <a:endParaRPr lang="en-IN" sz="1000" kern="1200" dirty="0">
            <a:solidFill>
              <a:srgbClr val="7030A0"/>
            </a:solidFill>
          </a:endParaRPr>
        </a:p>
      </dsp:txBody>
      <dsp:txXfrm>
        <a:off x="3514719" y="2742858"/>
        <a:ext cx="1820145" cy="1668467"/>
      </dsp:txXfrm>
    </dsp:sp>
    <dsp:sp modelId="{E8C4FF70-FAAE-4B57-B89B-EF6EC84A9577}">
      <dsp:nvSpPr>
        <dsp:cNvPr id="0" name=""/>
        <dsp:cNvSpPr/>
      </dsp:nvSpPr>
      <dsp:spPr>
        <a:xfrm>
          <a:off x="397719" y="1959184"/>
          <a:ext cx="3033576" cy="3033576"/>
        </a:xfrm>
        <a:prstGeom prst="ellipse">
          <a:avLst/>
        </a:prstGeom>
        <a:solidFill>
          <a:srgbClr val="CCCCFF">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577850">
            <a:lnSpc>
              <a:spcPct val="90000"/>
            </a:lnSpc>
            <a:spcBef>
              <a:spcPct val="0"/>
            </a:spcBef>
            <a:spcAft>
              <a:spcPct val="35000"/>
            </a:spcAft>
            <a:buNone/>
          </a:pPr>
          <a:r>
            <a:rPr lang="en-IN" sz="1300" b="1" kern="1200">
              <a:solidFill>
                <a:srgbClr val="7030A0"/>
              </a:solidFill>
            </a:rPr>
            <a:t>Known limitation</a:t>
          </a:r>
          <a:endParaRPr lang="en-IN" sz="1300" kern="1200">
            <a:solidFill>
              <a:srgbClr val="7030A0"/>
            </a:solidFill>
          </a:endParaRPr>
        </a:p>
        <a:p>
          <a:pPr marL="57150" lvl="1" indent="-57150" algn="l" defTabSz="444500">
            <a:lnSpc>
              <a:spcPct val="90000"/>
            </a:lnSpc>
            <a:spcBef>
              <a:spcPct val="0"/>
            </a:spcBef>
            <a:spcAft>
              <a:spcPct val="15000"/>
            </a:spcAft>
            <a:buChar char="•"/>
          </a:pPr>
          <a:r>
            <a:rPr lang="en-IN" sz="1000" b="0" kern="1200" dirty="0">
              <a:solidFill>
                <a:srgbClr val="7030A0"/>
              </a:solidFill>
            </a:rPr>
            <a:t>Cross-phrasing semantic cache hit rate: 11% measured vs. 80% target root-caused to TF-IDF's lexical-only similarity; fix is a real embedding model (isolated, one-file swap)</a:t>
          </a:r>
          <a:endParaRPr lang="en-IN" sz="1000" kern="1200" dirty="0">
            <a:solidFill>
              <a:srgbClr val="7030A0"/>
            </a:solidFill>
          </a:endParaRPr>
        </a:p>
      </dsp:txBody>
      <dsp:txXfrm>
        <a:off x="683380" y="2742858"/>
        <a:ext cx="1820145" cy="166846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79A74E-A378-4C47-A445-F9375A3F1922}">
      <dsp:nvSpPr>
        <dsp:cNvPr id="0" name=""/>
        <dsp:cNvSpPr/>
      </dsp:nvSpPr>
      <dsp:spPr>
        <a:xfrm>
          <a:off x="1185419" y="370"/>
          <a:ext cx="1876130" cy="1125678"/>
        </a:xfrm>
        <a:prstGeom prst="roundRect">
          <a:avLst>
            <a:gd name="adj" fmla="val 10000"/>
          </a:avLst>
        </a:prstGeom>
        <a:solidFill>
          <a:srgbClr val="704EA6"/>
        </a:solidFill>
        <a:ln w="12700" cap="flat" cmpd="sng" algn="ctr">
          <a:solidFill>
            <a:srgbClr val="CCCC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t>How the system improves ?</a:t>
          </a:r>
          <a:endParaRPr lang="en-IN" sz="2000" kern="1200" dirty="0"/>
        </a:p>
      </dsp:txBody>
      <dsp:txXfrm>
        <a:off x="1218389" y="33340"/>
        <a:ext cx="1810190" cy="1059738"/>
      </dsp:txXfrm>
    </dsp:sp>
    <dsp:sp modelId="{BAD306D3-5CF0-49AA-9A25-4F2EF528AAF4}">
      <dsp:nvSpPr>
        <dsp:cNvPr id="0" name=""/>
        <dsp:cNvSpPr/>
      </dsp:nvSpPr>
      <dsp:spPr>
        <a:xfrm>
          <a:off x="3226648" y="330568"/>
          <a:ext cx="397739" cy="465280"/>
        </a:xfrm>
        <a:prstGeom prst="rightArrow">
          <a:avLst>
            <a:gd name="adj1" fmla="val 60000"/>
            <a:gd name="adj2" fmla="val 50000"/>
          </a:avLst>
        </a:prstGeom>
        <a:solidFill>
          <a:srgbClr val="CCCCFF"/>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a:off x="3226648" y="423624"/>
        <a:ext cx="278417" cy="279168"/>
      </dsp:txXfrm>
    </dsp:sp>
    <dsp:sp modelId="{4B30BBE0-84BB-4C8B-B13A-4459B0800325}">
      <dsp:nvSpPr>
        <dsp:cNvPr id="0" name=""/>
        <dsp:cNvSpPr/>
      </dsp:nvSpPr>
      <dsp:spPr>
        <a:xfrm>
          <a:off x="3812001" y="370"/>
          <a:ext cx="1876130" cy="1125678"/>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solidFill>
                <a:schemeClr val="bg1"/>
              </a:solidFill>
            </a:rPr>
            <a:t>1. User Interaction</a:t>
          </a:r>
          <a:endParaRPr lang="en-IN" sz="1400" kern="1200" dirty="0">
            <a:solidFill>
              <a:schemeClr val="bg1"/>
            </a:solidFill>
          </a:endParaRPr>
        </a:p>
        <a:p>
          <a:pPr marL="57150" lvl="1" indent="-57150" algn="l" defTabSz="488950">
            <a:lnSpc>
              <a:spcPct val="90000"/>
            </a:lnSpc>
            <a:spcBef>
              <a:spcPct val="0"/>
            </a:spcBef>
            <a:spcAft>
              <a:spcPct val="15000"/>
            </a:spcAft>
            <a:buChar char="•"/>
          </a:pPr>
          <a:r>
            <a:rPr lang="en-IN" sz="1100" kern="1200" dirty="0">
              <a:solidFill>
                <a:schemeClr val="bg1"/>
              </a:solidFill>
            </a:rPr>
            <a:t>Customer describes the problem </a:t>
          </a:r>
        </a:p>
        <a:p>
          <a:pPr marL="57150" lvl="1" indent="-57150" algn="l" defTabSz="488950">
            <a:lnSpc>
              <a:spcPct val="90000"/>
            </a:lnSpc>
            <a:spcBef>
              <a:spcPct val="0"/>
            </a:spcBef>
            <a:spcAft>
              <a:spcPct val="15000"/>
            </a:spcAft>
            <a:buChar char="•"/>
          </a:pPr>
          <a:r>
            <a:rPr lang="en-IN" sz="1100" kern="1200" dirty="0">
              <a:solidFill>
                <a:schemeClr val="bg1"/>
              </a:solidFill>
            </a:rPr>
            <a:t>AI provides troubleshooting steps </a:t>
          </a:r>
        </a:p>
      </dsp:txBody>
      <dsp:txXfrm>
        <a:off x="3844971" y="33340"/>
        <a:ext cx="1810190" cy="1059738"/>
      </dsp:txXfrm>
    </dsp:sp>
    <dsp:sp modelId="{1142247D-251C-4843-BC5F-C4F79F3C40E4}">
      <dsp:nvSpPr>
        <dsp:cNvPr id="0" name=""/>
        <dsp:cNvSpPr/>
      </dsp:nvSpPr>
      <dsp:spPr>
        <a:xfrm rot="5400000">
          <a:off x="4551196" y="1257377"/>
          <a:ext cx="397739" cy="465280"/>
        </a:xfrm>
        <a:prstGeom prst="rightArrow">
          <a:avLst>
            <a:gd name="adj1" fmla="val 60000"/>
            <a:gd name="adj2" fmla="val 50000"/>
          </a:avLst>
        </a:prstGeom>
        <a:solidFill>
          <a:srgbClr val="CCCCFF"/>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rot="-5400000">
        <a:off x="4610482" y="1291147"/>
        <a:ext cx="279168" cy="278417"/>
      </dsp:txXfrm>
    </dsp:sp>
    <dsp:sp modelId="{205C1703-D8D5-49E0-994C-48F291027819}">
      <dsp:nvSpPr>
        <dsp:cNvPr id="0" name=""/>
        <dsp:cNvSpPr/>
      </dsp:nvSpPr>
      <dsp:spPr>
        <a:xfrm>
          <a:off x="3812001" y="1876500"/>
          <a:ext cx="1876130" cy="1125678"/>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dirty="0"/>
            <a:t>2. Resolution Feedback</a:t>
          </a:r>
          <a:endParaRPr lang="en-IN" sz="1400" kern="1200" dirty="0"/>
        </a:p>
        <a:p>
          <a:pPr marL="57150" lvl="1" indent="-57150" algn="l" defTabSz="488950">
            <a:lnSpc>
              <a:spcPct val="90000"/>
            </a:lnSpc>
            <a:spcBef>
              <a:spcPct val="0"/>
            </a:spcBef>
            <a:spcAft>
              <a:spcPct val="15000"/>
            </a:spcAft>
            <a:buChar char="•"/>
          </a:pPr>
          <a:r>
            <a:rPr lang="en-IN" sz="1100" kern="1200"/>
            <a:t>Solved </a:t>
          </a:r>
        </a:p>
        <a:p>
          <a:pPr marL="57150" lvl="1" indent="-57150" algn="l" defTabSz="488950">
            <a:lnSpc>
              <a:spcPct val="90000"/>
            </a:lnSpc>
            <a:spcBef>
              <a:spcPct val="0"/>
            </a:spcBef>
            <a:spcAft>
              <a:spcPct val="15000"/>
            </a:spcAft>
            <a:buChar char="•"/>
          </a:pPr>
          <a:r>
            <a:rPr lang="en-IN" sz="1100" kern="1200" dirty="0"/>
            <a:t>Not solved </a:t>
          </a:r>
        </a:p>
        <a:p>
          <a:pPr marL="57150" lvl="1" indent="-57150" algn="l" defTabSz="488950">
            <a:lnSpc>
              <a:spcPct val="90000"/>
            </a:lnSpc>
            <a:spcBef>
              <a:spcPct val="0"/>
            </a:spcBef>
            <a:spcAft>
              <a:spcPct val="15000"/>
            </a:spcAft>
            <a:buChar char="•"/>
          </a:pPr>
          <a:r>
            <a:rPr lang="en-IN" sz="1100" kern="1200" dirty="0"/>
            <a:t>Tried another solution </a:t>
          </a:r>
        </a:p>
      </dsp:txBody>
      <dsp:txXfrm>
        <a:off x="3844971" y="1909470"/>
        <a:ext cx="1810190" cy="1059738"/>
      </dsp:txXfrm>
    </dsp:sp>
    <dsp:sp modelId="{3690B94C-D595-4356-8C4D-B35317ED487C}">
      <dsp:nvSpPr>
        <dsp:cNvPr id="0" name=""/>
        <dsp:cNvSpPr/>
      </dsp:nvSpPr>
      <dsp:spPr>
        <a:xfrm rot="10800000">
          <a:off x="3249162" y="2206699"/>
          <a:ext cx="397739" cy="465280"/>
        </a:xfrm>
        <a:prstGeom prst="rightArrow">
          <a:avLst>
            <a:gd name="adj1" fmla="val 60000"/>
            <a:gd name="adj2" fmla="val 50000"/>
          </a:avLst>
        </a:prstGeom>
        <a:solidFill>
          <a:srgbClr val="CCCCFF"/>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rot="10800000">
        <a:off x="3368484" y="2299755"/>
        <a:ext cx="278417" cy="279168"/>
      </dsp:txXfrm>
    </dsp:sp>
    <dsp:sp modelId="{15376D55-474E-48FE-9562-3423A7CA4B1A}">
      <dsp:nvSpPr>
        <dsp:cNvPr id="0" name=""/>
        <dsp:cNvSpPr/>
      </dsp:nvSpPr>
      <dsp:spPr>
        <a:xfrm>
          <a:off x="1185419" y="1876500"/>
          <a:ext cx="1876130" cy="1125678"/>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3. Experience Capture</a:t>
          </a:r>
          <a:endParaRPr lang="en-IN" sz="1200" kern="1200"/>
        </a:p>
        <a:p>
          <a:pPr marL="57150" lvl="1" indent="-57150" algn="l" defTabSz="466725">
            <a:lnSpc>
              <a:spcPct val="90000"/>
            </a:lnSpc>
            <a:spcBef>
              <a:spcPct val="0"/>
            </a:spcBef>
            <a:spcAft>
              <a:spcPct val="15000"/>
            </a:spcAft>
            <a:buChar char="•"/>
          </a:pPr>
          <a:r>
            <a:rPr lang="en-IN" sz="1050" kern="1200" dirty="0"/>
            <a:t>Was the response useful? </a:t>
          </a:r>
        </a:p>
        <a:p>
          <a:pPr marL="57150" lvl="1" indent="-57150" algn="l" defTabSz="466725">
            <a:lnSpc>
              <a:spcPct val="90000"/>
            </a:lnSpc>
            <a:spcBef>
              <a:spcPct val="0"/>
            </a:spcBef>
            <a:spcAft>
              <a:spcPct val="15000"/>
            </a:spcAft>
            <a:buChar char="•"/>
          </a:pPr>
          <a:r>
            <a:rPr lang="en-IN" sz="1050" kern="1200" dirty="0"/>
            <a:t>Did the customer need additional help? </a:t>
          </a:r>
        </a:p>
      </dsp:txBody>
      <dsp:txXfrm>
        <a:off x="1218389" y="1909470"/>
        <a:ext cx="1810190" cy="1059738"/>
      </dsp:txXfrm>
    </dsp:sp>
    <dsp:sp modelId="{2CD190E3-7D95-47C8-A87C-65AE9CBCBBF5}">
      <dsp:nvSpPr>
        <dsp:cNvPr id="0" name=""/>
        <dsp:cNvSpPr/>
      </dsp:nvSpPr>
      <dsp:spPr>
        <a:xfrm rot="5400000">
          <a:off x="1924614" y="3133507"/>
          <a:ext cx="397739" cy="465280"/>
        </a:xfrm>
        <a:prstGeom prst="rightArrow">
          <a:avLst>
            <a:gd name="adj1" fmla="val 60000"/>
            <a:gd name="adj2" fmla="val 50000"/>
          </a:avLst>
        </a:prstGeom>
        <a:solidFill>
          <a:srgbClr val="CCCCFF"/>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rot="-5400000">
        <a:off x="1983900" y="3167277"/>
        <a:ext cx="279168" cy="278417"/>
      </dsp:txXfrm>
    </dsp:sp>
    <dsp:sp modelId="{F1EA034D-D63B-4A7E-9453-E9B295B1049D}">
      <dsp:nvSpPr>
        <dsp:cNvPr id="0" name=""/>
        <dsp:cNvSpPr/>
      </dsp:nvSpPr>
      <dsp:spPr>
        <a:xfrm>
          <a:off x="1185419" y="3752630"/>
          <a:ext cx="1876130" cy="1125678"/>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66725">
            <a:lnSpc>
              <a:spcPct val="90000"/>
            </a:lnSpc>
            <a:spcBef>
              <a:spcPct val="0"/>
            </a:spcBef>
            <a:spcAft>
              <a:spcPct val="35000"/>
            </a:spcAft>
            <a:buNone/>
          </a:pPr>
          <a:r>
            <a:rPr lang="en-IN" sz="1050" b="1" kern="1200" dirty="0"/>
            <a:t>4. Learning Layer</a:t>
          </a:r>
          <a:endParaRPr lang="en-IN" sz="1050" kern="1200" dirty="0"/>
        </a:p>
        <a:p>
          <a:pPr marL="57150" lvl="1" indent="-57150" algn="l" defTabSz="400050">
            <a:lnSpc>
              <a:spcPct val="90000"/>
            </a:lnSpc>
            <a:spcBef>
              <a:spcPct val="0"/>
            </a:spcBef>
            <a:spcAft>
              <a:spcPct val="15000"/>
            </a:spcAft>
            <a:buChar char="•"/>
          </a:pPr>
          <a:r>
            <a:rPr lang="en-IN" sz="900" kern="1200"/>
            <a:t>Identifies recurring failure patterns</a:t>
          </a:r>
        </a:p>
        <a:p>
          <a:pPr marL="57150" lvl="1" indent="-57150" algn="l" defTabSz="400050">
            <a:lnSpc>
              <a:spcPct val="90000"/>
            </a:lnSpc>
            <a:spcBef>
              <a:spcPct val="0"/>
            </a:spcBef>
            <a:spcAft>
              <a:spcPct val="15000"/>
            </a:spcAft>
            <a:buChar char="•"/>
          </a:pPr>
          <a:r>
            <a:rPr lang="en-IN" sz="900" kern="1200"/>
            <a:t>Improves future response generation </a:t>
          </a:r>
        </a:p>
      </dsp:txBody>
      <dsp:txXfrm>
        <a:off x="1218389" y="3785600"/>
        <a:ext cx="1810190" cy="1059738"/>
      </dsp:txXfrm>
    </dsp:sp>
    <dsp:sp modelId="{7603D39D-08EF-4A5E-A82E-75275D690FDB}">
      <dsp:nvSpPr>
        <dsp:cNvPr id="0" name=""/>
        <dsp:cNvSpPr/>
      </dsp:nvSpPr>
      <dsp:spPr>
        <a:xfrm>
          <a:off x="3226648" y="4082829"/>
          <a:ext cx="397739" cy="465280"/>
        </a:xfrm>
        <a:prstGeom prst="rightArrow">
          <a:avLst>
            <a:gd name="adj1" fmla="val 60000"/>
            <a:gd name="adj2" fmla="val 50000"/>
          </a:avLst>
        </a:prstGeom>
        <a:solidFill>
          <a:srgbClr val="CCCCFF"/>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a:off x="3226648" y="4175885"/>
        <a:ext cx="278417" cy="279168"/>
      </dsp:txXfrm>
    </dsp:sp>
    <dsp:sp modelId="{5F675C62-ECB2-4544-A96A-DF122C1BBD7E}">
      <dsp:nvSpPr>
        <dsp:cNvPr id="0" name=""/>
        <dsp:cNvSpPr/>
      </dsp:nvSpPr>
      <dsp:spPr>
        <a:xfrm>
          <a:off x="3812001" y="3752630"/>
          <a:ext cx="1876130" cy="1125678"/>
        </a:xfrm>
        <a:prstGeom prst="roundRect">
          <a:avLst>
            <a:gd name="adj" fmla="val 10000"/>
          </a:avLst>
        </a:prstGeom>
        <a:solidFill>
          <a:srgbClr val="704E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IN" sz="1600" b="1" kern="1200"/>
            <a:t>5. Future Response</a:t>
          </a:r>
          <a:endParaRPr lang="en-IN" sz="1600" kern="1200"/>
        </a:p>
        <a:p>
          <a:pPr marL="114300" lvl="1" indent="-114300" algn="l" defTabSz="533400">
            <a:lnSpc>
              <a:spcPct val="90000"/>
            </a:lnSpc>
            <a:spcBef>
              <a:spcPct val="0"/>
            </a:spcBef>
            <a:spcAft>
              <a:spcPct val="15000"/>
            </a:spcAft>
            <a:buChar char="•"/>
          </a:pPr>
          <a:r>
            <a:rPr lang="en-IN" sz="1200" kern="1200" dirty="0"/>
            <a:t>Similar future queries receive more relevant troubleshooting guidance</a:t>
          </a:r>
        </a:p>
      </dsp:txBody>
      <dsp:txXfrm>
        <a:off x="3844971" y="3785600"/>
        <a:ext cx="1810190" cy="105973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0CD972-7DBF-4EBD-970D-BD9112148AF4}">
      <dsp:nvSpPr>
        <dsp:cNvPr id="0" name=""/>
        <dsp:cNvSpPr/>
      </dsp:nvSpPr>
      <dsp:spPr>
        <a:xfrm>
          <a:off x="1445895" y="865512"/>
          <a:ext cx="920115" cy="71"/>
        </a:xfrm>
        <a:prstGeom prst="rect">
          <a:avLst/>
        </a:prstGeom>
        <a:solidFill>
          <a:schemeClr val="accent1">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F44C98-35F6-4CB8-B287-11B4C28C7756}">
      <dsp:nvSpPr>
        <dsp:cNvPr id="0" name=""/>
        <dsp:cNvSpPr/>
      </dsp:nvSpPr>
      <dsp:spPr>
        <a:xfrm>
          <a:off x="2287143" y="758274"/>
          <a:ext cx="120929" cy="226700"/>
        </a:xfrm>
        <a:prstGeom prst="chevron">
          <a:avLst>
            <a:gd name="adj" fmla="val 90000"/>
          </a:avLst>
        </a:prstGeom>
        <a:solidFill>
          <a:schemeClr val="accent1">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734" tIns="165100" rIns="41734" bIns="165100" numCol="1" spcCol="1270" anchor="t" anchorCtr="0">
          <a:noAutofit/>
        </a:bodyPr>
        <a:lstStyle/>
        <a:p>
          <a:pPr marL="0" lvl="0" indent="0" algn="ctr" defTabSz="711200">
            <a:lnSpc>
              <a:spcPct val="90000"/>
            </a:lnSpc>
            <a:spcBef>
              <a:spcPct val="0"/>
            </a:spcBef>
            <a:spcAft>
              <a:spcPct val="35000"/>
            </a:spcAft>
            <a:buNone/>
          </a:pPr>
          <a:endParaRPr lang="en-IN" sz="1600" b="0" kern="1200" dirty="0"/>
        </a:p>
        <a:p>
          <a:pPr marL="0" lvl="0" indent="0" algn="ctr" defTabSz="711200">
            <a:lnSpc>
              <a:spcPct val="90000"/>
            </a:lnSpc>
            <a:spcBef>
              <a:spcPct val="0"/>
            </a:spcBef>
            <a:spcAft>
              <a:spcPct val="35000"/>
            </a:spcAft>
            <a:buNone/>
          </a:pPr>
          <a:r>
            <a:rPr lang="en-IN" sz="1600" b="0" kern="1200" dirty="0"/>
            <a:t>Swap TF-IDF for a real sentence-embedding model to close the semantic cache gap (highest-leverage next step)</a:t>
          </a:r>
          <a:endParaRPr lang="en-IN" sz="1600" kern="1200" dirty="0"/>
        </a:p>
      </dsp:txBody>
      <dsp:txXfrm>
        <a:off x="193174" y="1814628"/>
        <a:ext cx="2242552" cy="1984117"/>
      </dsp:txXfrm>
    </dsp:sp>
    <dsp:sp modelId="{08CDEA62-1375-4D73-8A3E-0DF08F770549}">
      <dsp:nvSpPr>
        <dsp:cNvPr id="0" name=""/>
        <dsp:cNvSpPr/>
      </dsp:nvSpPr>
      <dsp:spPr>
        <a:xfrm>
          <a:off x="940308" y="491406"/>
          <a:ext cx="748283" cy="748283"/>
        </a:xfrm>
        <a:prstGeom prst="ellipse">
          <a:avLst/>
        </a:prstGeom>
        <a:solidFill>
          <a:srgbClr val="7030A0"/>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38" tIns="29038" rIns="29038" bIns="29038" numCol="1" spcCol="1270" anchor="ctr" anchorCtr="0">
          <a:noAutofit/>
        </a:bodyPr>
        <a:lstStyle/>
        <a:p>
          <a:pPr marL="0" lvl="0" indent="0" algn="ctr" defTabSz="1466850">
            <a:lnSpc>
              <a:spcPct val="90000"/>
            </a:lnSpc>
            <a:spcBef>
              <a:spcPct val="0"/>
            </a:spcBef>
            <a:spcAft>
              <a:spcPct val="35000"/>
            </a:spcAft>
            <a:buNone/>
          </a:pPr>
          <a:r>
            <a:rPr lang="en-IN" sz="3300" kern="1200"/>
            <a:t>1</a:t>
          </a:r>
        </a:p>
      </dsp:txBody>
      <dsp:txXfrm>
        <a:off x="1049892" y="600990"/>
        <a:ext cx="529115" cy="529115"/>
      </dsp:txXfrm>
    </dsp:sp>
    <dsp:sp modelId="{63926513-0F67-4CE6-9E90-14D25B2A5457}">
      <dsp:nvSpPr>
        <dsp:cNvPr id="0" name=""/>
        <dsp:cNvSpPr/>
      </dsp:nvSpPr>
      <dsp:spPr>
        <a:xfrm>
          <a:off x="1314414" y="1311551"/>
          <a:ext cx="72" cy="440805"/>
        </a:xfrm>
        <a:prstGeom prst="rect">
          <a:avLst/>
        </a:prstGeom>
        <a:solidFill>
          <a:schemeClr val="accent1">
            <a:alpha val="90000"/>
            <a:tint val="40000"/>
            <a:hueOff val="0"/>
            <a:satOff val="0"/>
            <a:lumOff val="0"/>
            <a:alphaOff val="0"/>
          </a:schemeClr>
        </a:solidFill>
        <a:ln w="12700" cap="flat" cmpd="sng" algn="ctr">
          <a:solidFill>
            <a:srgbClr val="7030A0">
              <a:alpha val="90000"/>
            </a:srgbClr>
          </a:solidFill>
          <a:prstDash val="solid"/>
          <a:miter lim="800000"/>
        </a:ln>
        <a:effectLst/>
      </dsp:spPr>
      <dsp:style>
        <a:lnRef idx="2">
          <a:scrgbClr r="0" g="0" b="0"/>
        </a:lnRef>
        <a:fillRef idx="1">
          <a:scrgbClr r="0" g="0" b="0"/>
        </a:fillRef>
        <a:effectRef idx="0">
          <a:scrgbClr r="0" g="0" b="0"/>
        </a:effectRef>
        <a:fontRef idx="minor"/>
      </dsp:style>
    </dsp:sp>
    <dsp:sp modelId="{7A4E3808-D836-45E8-920F-AD02E41AAF48}">
      <dsp:nvSpPr>
        <dsp:cNvPr id="0" name=""/>
        <dsp:cNvSpPr/>
      </dsp:nvSpPr>
      <dsp:spPr>
        <a:xfrm>
          <a:off x="131445" y="1752899"/>
          <a:ext cx="2366010" cy="2107575"/>
        </a:xfrm>
        <a:prstGeom prst="roundRect">
          <a:avLst>
            <a:gd name="adj" fmla="val 10000"/>
          </a:avLst>
        </a:prstGeom>
        <a:solidFill>
          <a:schemeClr val="lt1">
            <a:alpha val="90000"/>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734" tIns="165100" rIns="41734" bIns="165100" numCol="1" spcCol="1270" anchor="t" anchorCtr="0">
          <a:noAutofit/>
        </a:bodyPr>
        <a:lstStyle/>
        <a:p>
          <a:pPr marL="0" lvl="0" indent="0" algn="ctr" defTabSz="711200">
            <a:lnSpc>
              <a:spcPct val="90000"/>
            </a:lnSpc>
            <a:spcBef>
              <a:spcPct val="0"/>
            </a:spcBef>
            <a:spcAft>
              <a:spcPct val="35000"/>
            </a:spcAft>
            <a:buNone/>
          </a:pPr>
          <a:endParaRPr lang="en-IN" sz="1600" b="0" kern="1200" dirty="0"/>
        </a:p>
        <a:p>
          <a:pPr marL="0" lvl="0" indent="0" algn="ctr" defTabSz="711200">
            <a:lnSpc>
              <a:spcPct val="90000"/>
            </a:lnSpc>
            <a:spcBef>
              <a:spcPct val="0"/>
            </a:spcBef>
            <a:spcAft>
              <a:spcPct val="35000"/>
            </a:spcAft>
            <a:buNone/>
          </a:pPr>
          <a:r>
            <a:rPr lang="en-IN" sz="1600" b="0" kern="1200" dirty="0"/>
            <a:t>Swap TF-IDF for a real sentence-embedding model to close the semantic cache gap (highest-leverage next step)</a:t>
          </a:r>
          <a:endParaRPr lang="en-IN" sz="1600" kern="1200" dirty="0"/>
        </a:p>
      </dsp:txBody>
      <dsp:txXfrm>
        <a:off x="193174" y="1814628"/>
        <a:ext cx="2242552" cy="1984117"/>
      </dsp:txXfrm>
    </dsp:sp>
    <dsp:sp modelId="{579BFEF3-7931-43D8-A212-3C591E021EF1}">
      <dsp:nvSpPr>
        <dsp:cNvPr id="0" name=""/>
        <dsp:cNvSpPr/>
      </dsp:nvSpPr>
      <dsp:spPr>
        <a:xfrm>
          <a:off x="2628900" y="865218"/>
          <a:ext cx="2366010" cy="71"/>
        </a:xfrm>
        <a:prstGeom prst="rect">
          <a:avLst/>
        </a:prstGeom>
        <a:solidFill>
          <a:schemeClr val="accent1">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F07C64-3A08-4411-AFBC-897FF1EDB97A}">
      <dsp:nvSpPr>
        <dsp:cNvPr id="0" name=""/>
        <dsp:cNvSpPr/>
      </dsp:nvSpPr>
      <dsp:spPr>
        <a:xfrm>
          <a:off x="4916043" y="757981"/>
          <a:ext cx="120929" cy="226959"/>
        </a:xfrm>
        <a:prstGeom prst="chevron">
          <a:avLst>
            <a:gd name="adj" fmla="val 90000"/>
          </a:avLst>
        </a:prstGeom>
        <a:solidFill>
          <a:schemeClr val="accent1">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734" tIns="165100" rIns="41734" bIns="165100" numCol="1" spcCol="1270" anchor="t" anchorCtr="0">
          <a:noAutofit/>
        </a:bodyPr>
        <a:lstStyle/>
        <a:p>
          <a:pPr marL="0" lvl="0" indent="0" algn="ctr" defTabSz="711200">
            <a:lnSpc>
              <a:spcPct val="90000"/>
            </a:lnSpc>
            <a:spcBef>
              <a:spcPct val="0"/>
            </a:spcBef>
            <a:spcAft>
              <a:spcPct val="35000"/>
            </a:spcAft>
            <a:buNone/>
          </a:pPr>
          <a:endParaRPr lang="en-IN" sz="1600" b="0" kern="1200" dirty="0"/>
        </a:p>
        <a:p>
          <a:pPr marL="0" lvl="0" indent="0" algn="ctr" defTabSz="711200">
            <a:lnSpc>
              <a:spcPct val="90000"/>
            </a:lnSpc>
            <a:spcBef>
              <a:spcPct val="0"/>
            </a:spcBef>
            <a:spcAft>
              <a:spcPct val="35000"/>
            </a:spcAft>
            <a:buNone/>
          </a:pPr>
          <a:r>
            <a:rPr lang="en-IN" sz="1600" b="0" kern="1200" dirty="0"/>
            <a:t>Scale the deep link index for the 10k+ scenario production target (approximate nearest-neighbour store)</a:t>
          </a:r>
          <a:endParaRPr lang="en-IN" sz="1600" kern="1200" dirty="0"/>
        </a:p>
      </dsp:txBody>
      <dsp:txXfrm>
        <a:off x="2822074" y="1814628"/>
        <a:ext cx="2242552" cy="1984117"/>
      </dsp:txXfrm>
    </dsp:sp>
    <dsp:sp modelId="{AB9E4121-ED7E-498E-BFAF-26C128563DD0}">
      <dsp:nvSpPr>
        <dsp:cNvPr id="0" name=""/>
        <dsp:cNvSpPr/>
      </dsp:nvSpPr>
      <dsp:spPr>
        <a:xfrm>
          <a:off x="3569208" y="491113"/>
          <a:ext cx="748283" cy="748283"/>
        </a:xfrm>
        <a:prstGeom prst="ellipse">
          <a:avLst/>
        </a:prstGeom>
        <a:solidFill>
          <a:srgbClr val="7030A0"/>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38" tIns="29038" rIns="29038" bIns="29038" numCol="1" spcCol="1270" anchor="ctr" anchorCtr="0">
          <a:noAutofit/>
        </a:bodyPr>
        <a:lstStyle/>
        <a:p>
          <a:pPr marL="0" lvl="0" indent="0" algn="ctr" defTabSz="1466850">
            <a:lnSpc>
              <a:spcPct val="90000"/>
            </a:lnSpc>
            <a:spcBef>
              <a:spcPct val="0"/>
            </a:spcBef>
            <a:spcAft>
              <a:spcPct val="35000"/>
            </a:spcAft>
            <a:buNone/>
          </a:pPr>
          <a:r>
            <a:rPr lang="en-IN" sz="3300" kern="1200"/>
            <a:t>2</a:t>
          </a:r>
        </a:p>
      </dsp:txBody>
      <dsp:txXfrm>
        <a:off x="3678792" y="600697"/>
        <a:ext cx="529115" cy="529115"/>
      </dsp:txXfrm>
    </dsp:sp>
    <dsp:sp modelId="{49632606-CBDD-4E43-9DA4-48EB210ACA58}">
      <dsp:nvSpPr>
        <dsp:cNvPr id="0" name=""/>
        <dsp:cNvSpPr/>
      </dsp:nvSpPr>
      <dsp:spPr>
        <a:xfrm>
          <a:off x="3943314" y="1311340"/>
          <a:ext cx="72" cy="441309"/>
        </a:xfrm>
        <a:prstGeom prst="rect">
          <a:avLst/>
        </a:prstGeom>
        <a:solidFill>
          <a:schemeClr val="accent1">
            <a:alpha val="90000"/>
            <a:tint val="40000"/>
            <a:hueOff val="0"/>
            <a:satOff val="0"/>
            <a:lumOff val="0"/>
            <a:alphaOff val="0"/>
          </a:schemeClr>
        </a:solidFill>
        <a:ln w="12700" cap="flat" cmpd="sng" algn="ctr">
          <a:solidFill>
            <a:srgbClr val="7030A0">
              <a:alpha val="90000"/>
            </a:srgbClr>
          </a:solidFill>
          <a:prstDash val="solid"/>
          <a:miter lim="800000"/>
        </a:ln>
        <a:effectLst/>
      </dsp:spPr>
      <dsp:style>
        <a:lnRef idx="2">
          <a:scrgbClr r="0" g="0" b="0"/>
        </a:lnRef>
        <a:fillRef idx="1">
          <a:scrgbClr r="0" g="0" b="0"/>
        </a:fillRef>
        <a:effectRef idx="0">
          <a:scrgbClr r="0" g="0" b="0"/>
        </a:effectRef>
        <a:fontRef idx="minor"/>
      </dsp:style>
    </dsp:sp>
    <dsp:sp modelId="{E003556F-B1E0-4075-BC4B-5F86133FCCB3}">
      <dsp:nvSpPr>
        <dsp:cNvPr id="0" name=""/>
        <dsp:cNvSpPr/>
      </dsp:nvSpPr>
      <dsp:spPr>
        <a:xfrm>
          <a:off x="2760345" y="1752899"/>
          <a:ext cx="2366010" cy="2107575"/>
        </a:xfrm>
        <a:prstGeom prst="roundRect">
          <a:avLst>
            <a:gd name="adj" fmla="val 10000"/>
          </a:avLst>
        </a:prstGeom>
        <a:solidFill>
          <a:schemeClr val="lt1">
            <a:alpha val="90000"/>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734" tIns="165100" rIns="41734" bIns="165100" numCol="1" spcCol="1270" anchor="t" anchorCtr="0">
          <a:noAutofit/>
        </a:bodyPr>
        <a:lstStyle/>
        <a:p>
          <a:pPr marL="0" lvl="0" indent="0" algn="ctr" defTabSz="711200">
            <a:lnSpc>
              <a:spcPct val="90000"/>
            </a:lnSpc>
            <a:spcBef>
              <a:spcPct val="0"/>
            </a:spcBef>
            <a:spcAft>
              <a:spcPct val="35000"/>
            </a:spcAft>
            <a:buNone/>
          </a:pPr>
          <a:endParaRPr lang="en-IN" sz="1600" b="0" kern="1200" dirty="0"/>
        </a:p>
        <a:p>
          <a:pPr marL="0" lvl="0" indent="0" algn="ctr" defTabSz="711200">
            <a:lnSpc>
              <a:spcPct val="90000"/>
            </a:lnSpc>
            <a:spcBef>
              <a:spcPct val="0"/>
            </a:spcBef>
            <a:spcAft>
              <a:spcPct val="35000"/>
            </a:spcAft>
            <a:buNone/>
          </a:pPr>
          <a:r>
            <a:rPr lang="en-IN" sz="1600" b="0" kern="1200" dirty="0"/>
            <a:t>Scale the deep link index for the 10k+ scenario production target (approximate nearest-neighbour store)</a:t>
          </a:r>
          <a:endParaRPr lang="en-IN" sz="1600" kern="1200" dirty="0"/>
        </a:p>
      </dsp:txBody>
      <dsp:txXfrm>
        <a:off x="2822074" y="1814628"/>
        <a:ext cx="2242552" cy="1984117"/>
      </dsp:txXfrm>
    </dsp:sp>
    <dsp:sp modelId="{978B200F-CD36-4C73-B97C-EB641B401228}">
      <dsp:nvSpPr>
        <dsp:cNvPr id="0" name=""/>
        <dsp:cNvSpPr/>
      </dsp:nvSpPr>
      <dsp:spPr>
        <a:xfrm>
          <a:off x="5257800" y="865017"/>
          <a:ext cx="2366010" cy="71"/>
        </a:xfrm>
        <a:prstGeom prst="rect">
          <a:avLst/>
        </a:prstGeom>
        <a:solidFill>
          <a:schemeClr val="accent1">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49247C-D57D-4277-A5E0-7F39EF68B26B}">
      <dsp:nvSpPr>
        <dsp:cNvPr id="0" name=""/>
        <dsp:cNvSpPr/>
      </dsp:nvSpPr>
      <dsp:spPr>
        <a:xfrm>
          <a:off x="7544943" y="757794"/>
          <a:ext cx="120929" cy="227064"/>
        </a:xfrm>
        <a:prstGeom prst="chevron">
          <a:avLst>
            <a:gd name="adj" fmla="val 90000"/>
          </a:avLst>
        </a:prstGeom>
        <a:solidFill>
          <a:schemeClr val="accent1">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734" tIns="165100" rIns="41734" bIns="165100" numCol="1" spcCol="1270" anchor="t" anchorCtr="0">
          <a:noAutofit/>
        </a:bodyPr>
        <a:lstStyle/>
        <a:p>
          <a:pPr marL="0" lvl="0" indent="0" algn="ctr" defTabSz="711200">
            <a:lnSpc>
              <a:spcPct val="90000"/>
            </a:lnSpc>
            <a:spcBef>
              <a:spcPct val="0"/>
            </a:spcBef>
            <a:spcAft>
              <a:spcPct val="35000"/>
            </a:spcAft>
            <a:buNone/>
          </a:pPr>
          <a:endParaRPr lang="en-IN" sz="1600" b="0" kern="1200" dirty="0"/>
        </a:p>
        <a:p>
          <a:pPr marL="0" lvl="0" indent="0" algn="ctr" defTabSz="711200">
            <a:lnSpc>
              <a:spcPct val="90000"/>
            </a:lnSpc>
            <a:spcBef>
              <a:spcPct val="0"/>
            </a:spcBef>
            <a:spcAft>
              <a:spcPct val="35000"/>
            </a:spcAft>
            <a:buNone/>
          </a:pPr>
          <a:r>
            <a:rPr lang="en-IN" sz="1600" b="0" kern="1200" dirty="0"/>
            <a:t>LLM assisted rewrite pass on action descriptions, still programmatically validated afterward</a:t>
          </a:r>
          <a:endParaRPr lang="en-IN" sz="1600" kern="1200" dirty="0"/>
        </a:p>
      </dsp:txBody>
      <dsp:txXfrm>
        <a:off x="5450974" y="1814464"/>
        <a:ext cx="2242552" cy="1984117"/>
      </dsp:txXfrm>
    </dsp:sp>
    <dsp:sp modelId="{204C3EB2-5CC5-4E47-BD4E-2B8168BBA9FF}">
      <dsp:nvSpPr>
        <dsp:cNvPr id="0" name=""/>
        <dsp:cNvSpPr/>
      </dsp:nvSpPr>
      <dsp:spPr>
        <a:xfrm>
          <a:off x="6198108" y="490912"/>
          <a:ext cx="748283" cy="748283"/>
        </a:xfrm>
        <a:prstGeom prst="ellipse">
          <a:avLst/>
        </a:prstGeom>
        <a:solidFill>
          <a:srgbClr val="7030A0"/>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38" tIns="29038" rIns="29038" bIns="29038" numCol="1" spcCol="1270" anchor="ctr" anchorCtr="0">
          <a:noAutofit/>
        </a:bodyPr>
        <a:lstStyle/>
        <a:p>
          <a:pPr marL="0" lvl="0" indent="0" algn="ctr" defTabSz="1466850">
            <a:lnSpc>
              <a:spcPct val="90000"/>
            </a:lnSpc>
            <a:spcBef>
              <a:spcPct val="0"/>
            </a:spcBef>
            <a:spcAft>
              <a:spcPct val="35000"/>
            </a:spcAft>
            <a:buNone/>
          </a:pPr>
          <a:r>
            <a:rPr lang="en-IN" sz="3300" kern="1200"/>
            <a:t>3</a:t>
          </a:r>
        </a:p>
      </dsp:txBody>
      <dsp:txXfrm>
        <a:off x="6307692" y="600496"/>
        <a:ext cx="529115" cy="529115"/>
      </dsp:txXfrm>
    </dsp:sp>
    <dsp:sp modelId="{1893A1CB-DD4A-45EC-A9A9-825C99112201}">
      <dsp:nvSpPr>
        <dsp:cNvPr id="0" name=""/>
        <dsp:cNvSpPr/>
      </dsp:nvSpPr>
      <dsp:spPr>
        <a:xfrm>
          <a:off x="6572214" y="1311172"/>
          <a:ext cx="72" cy="441514"/>
        </a:xfrm>
        <a:prstGeom prst="rect">
          <a:avLst/>
        </a:prstGeom>
        <a:solidFill>
          <a:schemeClr val="accent1">
            <a:alpha val="90000"/>
            <a:tint val="40000"/>
            <a:hueOff val="0"/>
            <a:satOff val="0"/>
            <a:lumOff val="0"/>
            <a:alphaOff val="0"/>
          </a:schemeClr>
        </a:solidFill>
        <a:ln w="12700" cap="flat" cmpd="sng" algn="ctr">
          <a:solidFill>
            <a:srgbClr val="7030A0">
              <a:alpha val="90000"/>
            </a:srgbClr>
          </a:solidFill>
          <a:prstDash val="solid"/>
          <a:miter lim="800000"/>
        </a:ln>
        <a:effectLst/>
      </dsp:spPr>
      <dsp:style>
        <a:lnRef idx="2">
          <a:scrgbClr r="0" g="0" b="0"/>
        </a:lnRef>
        <a:fillRef idx="1">
          <a:scrgbClr r="0" g="0" b="0"/>
        </a:fillRef>
        <a:effectRef idx="0">
          <a:scrgbClr r="0" g="0" b="0"/>
        </a:effectRef>
        <a:fontRef idx="minor"/>
      </dsp:style>
    </dsp:sp>
    <dsp:sp modelId="{F4670704-7E07-430B-9F48-F5312556697C}">
      <dsp:nvSpPr>
        <dsp:cNvPr id="0" name=""/>
        <dsp:cNvSpPr/>
      </dsp:nvSpPr>
      <dsp:spPr>
        <a:xfrm>
          <a:off x="5389245" y="1752735"/>
          <a:ext cx="2366010" cy="2107575"/>
        </a:xfrm>
        <a:prstGeom prst="roundRect">
          <a:avLst>
            <a:gd name="adj" fmla="val 10000"/>
          </a:avLst>
        </a:prstGeom>
        <a:solidFill>
          <a:schemeClr val="lt1">
            <a:alpha val="90000"/>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734" tIns="165100" rIns="41734" bIns="165100" numCol="1" spcCol="1270" anchor="t" anchorCtr="0">
          <a:noAutofit/>
        </a:bodyPr>
        <a:lstStyle/>
        <a:p>
          <a:pPr marL="0" lvl="0" indent="0" algn="ctr" defTabSz="711200">
            <a:lnSpc>
              <a:spcPct val="90000"/>
            </a:lnSpc>
            <a:spcBef>
              <a:spcPct val="0"/>
            </a:spcBef>
            <a:spcAft>
              <a:spcPct val="35000"/>
            </a:spcAft>
            <a:buNone/>
          </a:pPr>
          <a:endParaRPr lang="en-IN" sz="1600" b="0" kern="1200" dirty="0"/>
        </a:p>
        <a:p>
          <a:pPr marL="0" lvl="0" indent="0" algn="ctr" defTabSz="711200">
            <a:lnSpc>
              <a:spcPct val="90000"/>
            </a:lnSpc>
            <a:spcBef>
              <a:spcPct val="0"/>
            </a:spcBef>
            <a:spcAft>
              <a:spcPct val="35000"/>
            </a:spcAft>
            <a:buNone/>
          </a:pPr>
          <a:r>
            <a:rPr lang="en-IN" sz="1600" b="0" kern="1200" dirty="0"/>
            <a:t>LLM assisted rewrite pass on action descriptions, still programmatically validated afterward</a:t>
          </a:r>
          <a:endParaRPr lang="en-IN" sz="1600" kern="1200" dirty="0"/>
        </a:p>
      </dsp:txBody>
      <dsp:txXfrm>
        <a:off x="5450974" y="1814464"/>
        <a:ext cx="2242552" cy="1984117"/>
      </dsp:txXfrm>
    </dsp:sp>
    <dsp:sp modelId="{268E7FC2-578A-4597-9E3A-6CDADE6E385C}">
      <dsp:nvSpPr>
        <dsp:cNvPr id="0" name=""/>
        <dsp:cNvSpPr/>
      </dsp:nvSpPr>
      <dsp:spPr>
        <a:xfrm>
          <a:off x="7886700" y="864969"/>
          <a:ext cx="1314449" cy="71"/>
        </a:xfrm>
        <a:prstGeom prst="rect">
          <a:avLst/>
        </a:prstGeom>
        <a:solidFill>
          <a:schemeClr val="accent1">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5FF94F-4793-4382-8958-1289E60DA9D3}">
      <dsp:nvSpPr>
        <dsp:cNvPr id="0" name=""/>
        <dsp:cNvSpPr/>
      </dsp:nvSpPr>
      <dsp:spPr>
        <a:xfrm>
          <a:off x="8827008" y="490863"/>
          <a:ext cx="748283" cy="748283"/>
        </a:xfrm>
        <a:prstGeom prst="ellipse">
          <a:avLst/>
        </a:prstGeom>
        <a:solidFill>
          <a:srgbClr val="7030A0"/>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38" tIns="29038" rIns="29038" bIns="29038" numCol="1" spcCol="1270" anchor="ctr" anchorCtr="0">
          <a:noAutofit/>
        </a:bodyPr>
        <a:lstStyle/>
        <a:p>
          <a:pPr marL="0" lvl="0" indent="0" algn="ctr" defTabSz="1466850">
            <a:lnSpc>
              <a:spcPct val="90000"/>
            </a:lnSpc>
            <a:spcBef>
              <a:spcPct val="0"/>
            </a:spcBef>
            <a:spcAft>
              <a:spcPct val="35000"/>
            </a:spcAft>
            <a:buNone/>
          </a:pPr>
          <a:r>
            <a:rPr lang="en-IN" sz="3300" kern="1200"/>
            <a:t>4</a:t>
          </a:r>
        </a:p>
      </dsp:txBody>
      <dsp:txXfrm>
        <a:off x="8936592" y="600447"/>
        <a:ext cx="529115" cy="529115"/>
      </dsp:txXfrm>
    </dsp:sp>
    <dsp:sp modelId="{12218C17-2914-42B6-A4AB-055CD8BFB2B9}">
      <dsp:nvSpPr>
        <dsp:cNvPr id="0" name=""/>
        <dsp:cNvSpPr/>
      </dsp:nvSpPr>
      <dsp:spPr>
        <a:xfrm>
          <a:off x="9201114" y="1311137"/>
          <a:ext cx="72" cy="441597"/>
        </a:xfrm>
        <a:prstGeom prst="rect">
          <a:avLst/>
        </a:prstGeom>
        <a:solidFill>
          <a:schemeClr val="accent1">
            <a:alpha val="90000"/>
            <a:tint val="40000"/>
            <a:hueOff val="0"/>
            <a:satOff val="0"/>
            <a:lumOff val="0"/>
            <a:alphaOff val="0"/>
          </a:schemeClr>
        </a:solidFill>
        <a:ln w="12700" cap="flat" cmpd="sng" algn="ctr">
          <a:solidFill>
            <a:srgbClr val="7030A0">
              <a:alpha val="90000"/>
            </a:srgbClr>
          </a:solidFill>
          <a:prstDash val="solid"/>
          <a:miter lim="800000"/>
        </a:ln>
        <a:effectLst/>
      </dsp:spPr>
      <dsp:style>
        <a:lnRef idx="2">
          <a:scrgbClr r="0" g="0" b="0"/>
        </a:lnRef>
        <a:fillRef idx="1">
          <a:scrgbClr r="0" g="0" b="0"/>
        </a:fillRef>
        <a:effectRef idx="0">
          <a:scrgbClr r="0" g="0" b="0"/>
        </a:effectRef>
        <a:fontRef idx="minor"/>
      </dsp:style>
    </dsp:sp>
    <dsp:sp modelId="{C40401CF-00B0-4BCD-8DCA-4275CAFE6A46}">
      <dsp:nvSpPr>
        <dsp:cNvPr id="0" name=""/>
        <dsp:cNvSpPr/>
      </dsp:nvSpPr>
      <dsp:spPr>
        <a:xfrm>
          <a:off x="8018145" y="1752735"/>
          <a:ext cx="2366010" cy="2107575"/>
        </a:xfrm>
        <a:prstGeom prst="roundRect">
          <a:avLst>
            <a:gd name="adj" fmla="val 10000"/>
          </a:avLst>
        </a:prstGeom>
        <a:solidFill>
          <a:schemeClr val="lt1">
            <a:alpha val="90000"/>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734" tIns="165100" rIns="41734" bIns="165100" numCol="1" spcCol="1270" anchor="t" anchorCtr="0">
          <a:noAutofit/>
        </a:bodyPr>
        <a:lstStyle/>
        <a:p>
          <a:pPr marL="0" lvl="0" indent="0" algn="ctr" defTabSz="711200">
            <a:lnSpc>
              <a:spcPct val="90000"/>
            </a:lnSpc>
            <a:spcBef>
              <a:spcPct val="0"/>
            </a:spcBef>
            <a:spcAft>
              <a:spcPct val="35000"/>
            </a:spcAft>
            <a:buNone/>
          </a:pPr>
          <a:endParaRPr lang="en-IN" sz="1600" b="0" kern="1200" dirty="0"/>
        </a:p>
        <a:p>
          <a:pPr marL="0" lvl="0" indent="0" algn="ctr" defTabSz="711200">
            <a:lnSpc>
              <a:spcPct val="90000"/>
            </a:lnSpc>
            <a:spcBef>
              <a:spcPct val="0"/>
            </a:spcBef>
            <a:spcAft>
              <a:spcPct val="35000"/>
            </a:spcAft>
            <a:buNone/>
          </a:pPr>
          <a:r>
            <a:rPr lang="en-IN" sz="1600" b="0" kern="1200" dirty="0"/>
            <a:t>Broaden the keyword classifier's training set beyond the 20 supplied scenarios</a:t>
          </a:r>
          <a:endParaRPr lang="en-IN" sz="1600" kern="1200" dirty="0"/>
        </a:p>
      </dsp:txBody>
      <dsp:txXfrm>
        <a:off x="8079874" y="1814464"/>
        <a:ext cx="2242552" cy="19841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905376-EDE9-4F31-81AF-7FE245B01572}">
      <dsp:nvSpPr>
        <dsp:cNvPr id="0" name=""/>
        <dsp:cNvSpPr/>
      </dsp:nvSpPr>
      <dsp:spPr>
        <a:xfrm>
          <a:off x="0" y="1305401"/>
          <a:ext cx="10515600" cy="1740535"/>
        </a:xfrm>
        <a:prstGeom prst="notchedRightArrow">
          <a:avLst/>
        </a:prstGeom>
        <a:solidFill>
          <a:srgbClr val="CCCCFF"/>
        </a:solidFill>
        <a:ln>
          <a:noFill/>
        </a:ln>
        <a:effectLst/>
      </dsp:spPr>
      <dsp:style>
        <a:lnRef idx="0">
          <a:scrgbClr r="0" g="0" b="0"/>
        </a:lnRef>
        <a:fillRef idx="1">
          <a:scrgbClr r="0" g="0" b="0"/>
        </a:fillRef>
        <a:effectRef idx="0">
          <a:scrgbClr r="0" g="0" b="0"/>
        </a:effectRef>
        <a:fontRef idx="minor"/>
      </dsp:style>
    </dsp:sp>
    <dsp:sp modelId="{857539BA-CC96-4D15-BB0E-721C8EC5C9ED}">
      <dsp:nvSpPr>
        <dsp:cNvPr id="0" name=""/>
        <dsp:cNvSpPr/>
      </dsp:nvSpPr>
      <dsp:spPr>
        <a:xfrm>
          <a:off x="4736" y="0"/>
          <a:ext cx="2278208"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IN" sz="1500" b="0" kern="1200" dirty="0">
              <a:solidFill>
                <a:srgbClr val="7030A0"/>
              </a:solidFill>
            </a:rPr>
            <a:t>Fully deterministic pipeline : no per query inference cost, no output variance</a:t>
          </a:r>
          <a:endParaRPr lang="en-IN" sz="1500" kern="1200" dirty="0">
            <a:solidFill>
              <a:srgbClr val="7030A0"/>
            </a:solidFill>
          </a:endParaRPr>
        </a:p>
      </dsp:txBody>
      <dsp:txXfrm>
        <a:off x="4736" y="0"/>
        <a:ext cx="2278208" cy="1740535"/>
      </dsp:txXfrm>
    </dsp:sp>
    <dsp:sp modelId="{C6E10961-4142-458F-AE1A-31AF1623BF28}">
      <dsp:nvSpPr>
        <dsp:cNvPr id="0" name=""/>
        <dsp:cNvSpPr/>
      </dsp:nvSpPr>
      <dsp:spPr>
        <a:xfrm>
          <a:off x="926274" y="1958102"/>
          <a:ext cx="435133" cy="435133"/>
        </a:xfrm>
        <a:prstGeom prst="ellipse">
          <a:avLst/>
        </a:prstGeom>
        <a:solidFill>
          <a:srgbClr val="7030A0"/>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5E8ED3-3D72-4B40-B5D1-7A0F2F6FDF88}">
      <dsp:nvSpPr>
        <dsp:cNvPr id="0" name=""/>
        <dsp:cNvSpPr/>
      </dsp:nvSpPr>
      <dsp:spPr>
        <a:xfrm>
          <a:off x="2396855" y="2610802"/>
          <a:ext cx="2278208"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IN" sz="1500" b="0" kern="1200" dirty="0">
              <a:solidFill>
                <a:srgbClr val="7030A0"/>
              </a:solidFill>
            </a:rPr>
            <a:t>Every claim in this deck is backed by a re-runnable benchmark (tests/run_benchmark.py) : including the one honest shortfall</a:t>
          </a:r>
          <a:endParaRPr lang="en-IN" sz="1500" kern="1200" dirty="0">
            <a:solidFill>
              <a:srgbClr val="7030A0"/>
            </a:solidFill>
          </a:endParaRPr>
        </a:p>
      </dsp:txBody>
      <dsp:txXfrm>
        <a:off x="2396855" y="2610802"/>
        <a:ext cx="2278208" cy="1740535"/>
      </dsp:txXfrm>
    </dsp:sp>
    <dsp:sp modelId="{31BAB4F1-4BB9-4DFD-80E8-9F490035303B}">
      <dsp:nvSpPr>
        <dsp:cNvPr id="0" name=""/>
        <dsp:cNvSpPr/>
      </dsp:nvSpPr>
      <dsp:spPr>
        <a:xfrm>
          <a:off x="3318393" y="1958102"/>
          <a:ext cx="435133" cy="435133"/>
        </a:xfrm>
        <a:prstGeom prst="ellipse">
          <a:avLst/>
        </a:prstGeom>
        <a:solidFill>
          <a:srgbClr val="7030A0"/>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19DE44-520D-4AB1-A194-5F436D038507}">
      <dsp:nvSpPr>
        <dsp:cNvPr id="0" name=""/>
        <dsp:cNvSpPr/>
      </dsp:nvSpPr>
      <dsp:spPr>
        <a:xfrm>
          <a:off x="4788975" y="0"/>
          <a:ext cx="2278208"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IN" sz="1500" b="0" kern="1200" dirty="0">
              <a:solidFill>
                <a:srgbClr val="7030A0"/>
              </a:solidFill>
            </a:rPr>
            <a:t>Rule compliance enforced in code, not prompted for an immune to an LLM “forgetting” a formatting constraint</a:t>
          </a:r>
          <a:endParaRPr lang="en-IN" sz="1500" kern="1200" dirty="0">
            <a:solidFill>
              <a:srgbClr val="7030A0"/>
            </a:solidFill>
          </a:endParaRPr>
        </a:p>
      </dsp:txBody>
      <dsp:txXfrm>
        <a:off x="4788975" y="0"/>
        <a:ext cx="2278208" cy="1740535"/>
      </dsp:txXfrm>
    </dsp:sp>
    <dsp:sp modelId="{6DC3443C-46B6-4DE6-864C-409D722EB124}">
      <dsp:nvSpPr>
        <dsp:cNvPr id="0" name=""/>
        <dsp:cNvSpPr/>
      </dsp:nvSpPr>
      <dsp:spPr>
        <a:xfrm>
          <a:off x="5710512" y="1958102"/>
          <a:ext cx="435133" cy="435133"/>
        </a:xfrm>
        <a:prstGeom prst="ellipse">
          <a:avLst/>
        </a:prstGeom>
        <a:solidFill>
          <a:srgbClr val="7030A0"/>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718DA4-46F2-46B5-B3C6-650828D1D982}">
      <dsp:nvSpPr>
        <dsp:cNvPr id="0" name=""/>
        <dsp:cNvSpPr/>
      </dsp:nvSpPr>
      <dsp:spPr>
        <a:xfrm>
          <a:off x="7181094" y="2610802"/>
          <a:ext cx="2278208"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IN" sz="1500" b="0" kern="1200" dirty="0">
              <a:solidFill>
                <a:srgbClr val="7030A0"/>
              </a:solidFill>
            </a:rPr>
            <a:t>Architecture designed for incremental upgrade : LLM/embedding swap points isolated from day one</a:t>
          </a:r>
          <a:endParaRPr lang="en-IN" sz="1500" kern="1200" dirty="0">
            <a:solidFill>
              <a:srgbClr val="7030A0"/>
            </a:solidFill>
          </a:endParaRPr>
        </a:p>
      </dsp:txBody>
      <dsp:txXfrm>
        <a:off x="7181094" y="2610802"/>
        <a:ext cx="2278208" cy="1740535"/>
      </dsp:txXfrm>
    </dsp:sp>
    <dsp:sp modelId="{6E49579C-72ED-424D-9A55-41527549C3E7}">
      <dsp:nvSpPr>
        <dsp:cNvPr id="0" name=""/>
        <dsp:cNvSpPr/>
      </dsp:nvSpPr>
      <dsp:spPr>
        <a:xfrm>
          <a:off x="8102632" y="1958102"/>
          <a:ext cx="435133" cy="435133"/>
        </a:xfrm>
        <a:prstGeom prst="ellipse">
          <a:avLst/>
        </a:prstGeom>
        <a:solidFill>
          <a:srgbClr val="7030A0"/>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24/layout/NumberedLinearArrowProcess">
  <dgm:title val=""/>
  <dgm:desc val=""/>
  <dgm:catLst>
    <dgm:cat type="process" pri="1700"/>
  </dgm:catLst>
  <dgm:sampData>
    <dgm:dataModel>
      <dgm:ptLst>
        <dgm:pt modelId="0" type="doc"/>
        <dgm:pt modelId="1">
          <dgm:prSet phldr="1"/>
        </dgm:pt>
        <dgm:pt modelId="2">
          <dgm:prSet phldr="1"/>
        </dgm:pt>
        <dgm:pt modelId="3">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Lst>
      <dgm:bg/>
      <dgm:whole/>
    </dgm:dataModel>
  </dgm:sampData>
  <dgm:style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linearFlow">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9"/>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1.7"/>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ctrX" for="ch" forName="nodeText" refType="w" fact="0.5"/>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ctrX" for="ch" forName="nodeText" refType="w" fact="0.5"/>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ifMoreThanOneNode">
                  <dgm:choose name="firstNodeDirChoose">
                    <dgm:if name="firstNodeDirNorm" func="var" arg="dir" op="equ" val="norm">
                      <dgm:constrLst>
                        <dgm:constr type="h"/>
                        <dgm:constr type="h" for="ch" forName="lineNode" val="0.002"/>
                        <dgm:constr type="w" for="ch" forName="lineNode" refType="w" fact="0.35"/>
                        <dgm:constr type="l" for="ch" forName="lineNode" refType="w" fact="0.55"/>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firstNodeDirRev">
                      <dgm:constrLst>
                        <dgm:constr type="h"/>
                        <dgm:constr type="h" for="ch" forName="lineNode" val="0.002"/>
                        <dgm:constr type="w" for="ch" forName="lineNode" refType="w" fact="0.35"/>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if>
            <dgm:if name="ifLastNode" axis="self" ptType="node" func="revPos" op="equ" val="1">
              <dgm:choose name="lastNodeDirChoose">
                <dgm:if name="lastNodeDirNorm" func="var" arg="dir" op="equ" val="norm">
                  <dgm:constrLst>
                    <dgm:constr type="h"/>
                    <dgm:constr type="h" for="ch" forName="lineNode" val="0.002"/>
                    <dgm:constr type="w"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lastNodeDirRev">
                  <dgm:constrLst>
                    <dgm:constr type="h"/>
                    <dgm:constr type="h" for="ch" forName="lineNode" val="0.002"/>
                    <dgm:constr type="w" for="ch" forName="lineNode" refType="w" fact="0.5"/>
                    <dgm:constr type="l"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if>
            <dgm:else name="allOtherNodes">
              <dgm:choose name="middleNodeDirChoose">
                <dgm:if name="middleNodeDirNorm" func="var" arg="dir" op="equ" val="norm">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middleNodeDirRev">
                  <dgm:constrLst>
                    <dgm:constr type="h"/>
                    <dgm:constr type="h" for="ch" forName="lineNode" val="0.002"/>
                    <dgm:constr type="w" for="ch" forName="lineNode" refType="w" fact="0.9"/>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layoutNode name="lineNode" styleLbl="alignNode1">
            <dgm:alg type="sp"/>
            <dgm:shape xmlns:r="http://schemas.openxmlformats.org/officeDocument/2006/relationships" type="rect" r:blip="">
              <dgm:adjLst/>
            </dgm:shape>
            <dgm:presOf/>
            <dgm:constrLst/>
            <dgm:ruleLst/>
          </dgm:layoutNode>
          <dgm:layoutNode name="lineArrowNode" styleLbl="alignNode1">
            <dgm:alg type="sp"/>
            <dgm:choose name="arrowDirChoose">
              <dgm:if name="arrowNorm" func="var" arg="dir" op="equ" val="norm">
                <dgm:shape xmlns:r="http://schemas.openxmlformats.org/officeDocument/2006/relationships" type="chevron" r:blip="">
                  <dgm:adjLst>
                    <dgm:adj idx="1" val="0.9"/>
                  </dgm:adjLst>
                </dgm:shape>
              </dgm:if>
              <dgm:else name="arrowRev">
                <dgm:shape xmlns:r="http://schemas.openxmlformats.org/officeDocument/2006/relationships" rot="180" type="chevron" r:blip="">
                  <dgm:adjLst>
                    <dgm:adj idx="1" val="0.9"/>
                  </dgm:adjLst>
                </dgm:shape>
              </dgm:else>
            </dgm:choose>
            <dgm:presOf axis="self" ptType="node"/>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layoutNode name="verticalConnector" styleLbl="alignAccFollowNode1">
              <dgm:alg type="sp"/>
              <dgm:shape xmlns:r="http://schemas.openxmlformats.org/officeDocument/2006/relationships" type="rect" r:blip="">
                <dgm:adjLst/>
              </dgm:shape>
              <dgm:presOf/>
              <dgm:constrLst/>
              <dgm:ruleLst/>
            </dgm:layoutNode>
          </dgm:forEach>
          <dgm:presOf/>
          <dgm:ruleLst/>
        </dgm:layoutNode>
        <dgm:layoutNode name="nodeText" styleLbl="fgAcc1">
          <dgm:varLst>
            <dgm:bulletEnabled val="1"/>
          </dgm:varLst>
          <dgm:alg type="tx">
            <dgm:param type="parTxLTRAlign" val="ctr"/>
            <dgm:param type="parTxRTLAlign" val="r"/>
            <dgm:param type="txAnchorVert" val="t"/>
          </dgm:alg>
          <dgm:shape xmlns:r="http://schemas.openxmlformats.org/officeDocument/2006/relationships" type="roundRect" r:blip="">
            <dgm:adjLst>
              <dgm:adj idx="1" val="0.1"/>
            </dgm:adjLst>
          </dgm:shape>
          <dgm:presOf axis="desOrSelf" ptType="node"/>
          <dgm:constrLst>
            <dgm:constr type="secFontSz" val="16"/>
            <dgm:constr type="primFontSz" val="18"/>
            <dgm:constr type="h"/>
            <dgm:constr type="tMarg" val="13"/>
            <dgm:constr type="lMarg" refType="w" fact="0.05"/>
            <dgm:constr type="rMarg" refType="w" fact="0.05"/>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0NoLn">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NoLn">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ltNode1NoLn">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NoLn">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NoLn">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NoLn">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imAakas-h/TROUBLEWISE-AI"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2.jp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8.xml"/><Relationship Id="rId13" Type="http://schemas.openxmlformats.org/officeDocument/2006/relationships/diagramLayout" Target="../diagrams/layout9.xml"/><Relationship Id="rId3" Type="http://schemas.openxmlformats.org/officeDocument/2006/relationships/diagramLayout" Target="../diagrams/layout7.xml"/><Relationship Id="rId7" Type="http://schemas.openxmlformats.org/officeDocument/2006/relationships/diagramData" Target="../diagrams/data8.xml"/><Relationship Id="rId12" Type="http://schemas.openxmlformats.org/officeDocument/2006/relationships/diagramData" Target="../diagrams/data9.xml"/><Relationship Id="rId2" Type="http://schemas.openxmlformats.org/officeDocument/2006/relationships/diagramData" Target="../diagrams/data7.xml"/><Relationship Id="rId16" Type="http://schemas.microsoft.com/office/2007/relationships/diagramDrawing" Target="../diagrams/drawing9.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5" Type="http://schemas.openxmlformats.org/officeDocument/2006/relationships/diagramColors" Target="../diagrams/colors9.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 Id="rId14" Type="http://schemas.openxmlformats.org/officeDocument/2006/relationships/diagramQuickStyle" Target="../diagrams/quickStyle9.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imAakas-h/TROUBLEWISE-AI" TargetMode="External"/><Relationship Id="rId2" Type="http://schemas.openxmlformats.org/officeDocument/2006/relationships/hyperlink" Target="https://drive.google.com/file/d/1l9v6KPA7RoTcdm5nBBgkUKpcvDj8vmtR/view?usp=drivesdk"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lang="en-IN"/>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Theme 2: Guided Troubleshooting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a:t>
            </a:r>
            <a:r>
              <a:rPr lang="en-US" sz="1600" dirty="0" err="1">
                <a:solidFill>
                  <a:srgbClr val="63637E"/>
                </a:solidFill>
                <a:latin typeface="Calibri" pitchFamily="34" charset="0"/>
                <a:ea typeface="Calibri" pitchFamily="34" charset="-122"/>
                <a:cs typeface="Calibri" pitchFamily="34" charset="-120"/>
              </a:rPr>
              <a:t>Cognifix</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SRM Institute of Science and Technology</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Pallavi Kumari &amp; pk2239@srmist.edu.in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2- </a:t>
            </a:r>
            <a:r>
              <a:rPr lang="en-US" sz="1600" dirty="0" err="1">
                <a:solidFill>
                  <a:srgbClr val="63637E"/>
                </a:solidFill>
                <a:latin typeface="Calibri" pitchFamily="34" charset="0"/>
                <a:ea typeface="Calibri" pitchFamily="34" charset="-122"/>
                <a:cs typeface="Calibri" pitchFamily="34" charset="-120"/>
              </a:rPr>
              <a:t>Adriza</a:t>
            </a:r>
            <a:r>
              <a:rPr lang="en-US" sz="1600" dirty="0">
                <a:solidFill>
                  <a:srgbClr val="63637E"/>
                </a:solidFill>
                <a:latin typeface="Calibri" pitchFamily="34" charset="0"/>
                <a:ea typeface="Calibri" pitchFamily="34" charset="-122"/>
                <a:cs typeface="Calibri" pitchFamily="34" charset="-120"/>
              </a:rPr>
              <a:t> Srivastava &amp; as3129@srmist.edu.in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Aastha Singh &amp; as1572@srmist.edu.in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Aakash Kumar &amp; ak0260@srmist.edu.in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t>
            </a:r>
            <a:r>
              <a:rPr lang="en-IN" sz="1600" dirty="0">
                <a:hlinkClick r:id="rId3"/>
              </a:rPr>
              <a:t>https://github.com/imAakas-h/TROUBLEWISE-AI</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4"/>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graphicFrame>
        <p:nvGraphicFramePr>
          <p:cNvPr id="4" name="Content Placeholder 3">
            <a:extLst>
              <a:ext uri="{FF2B5EF4-FFF2-40B4-BE49-F238E27FC236}">
                <a16:creationId xmlns:a16="http://schemas.microsoft.com/office/drawing/2014/main" id="{72A45E8B-F907-94E1-6096-0DF7C3308F6E}"/>
              </a:ext>
            </a:extLst>
          </p:cNvPr>
          <p:cNvGraphicFramePr>
            <a:graphicFrameLocks noGrp="1"/>
          </p:cNvGraphicFramePr>
          <p:nvPr>
            <p:ph idx="1"/>
            <p:extLst>
              <p:ext uri="{D42A27DB-BD31-4B8C-83A1-F6EECF244321}">
                <p14:modId xmlns:p14="http://schemas.microsoft.com/office/powerpoint/2010/main" val="123484519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graphicFrame>
        <p:nvGraphicFramePr>
          <p:cNvPr id="4" name="Content Placeholder 3">
            <a:extLst>
              <a:ext uri="{FF2B5EF4-FFF2-40B4-BE49-F238E27FC236}">
                <a16:creationId xmlns:a16="http://schemas.microsoft.com/office/drawing/2014/main" id="{5FBC0824-868E-FF28-D80F-6615484BD285}"/>
              </a:ext>
            </a:extLst>
          </p:cNvPr>
          <p:cNvGraphicFramePr>
            <a:graphicFrameLocks noGrp="1"/>
          </p:cNvGraphicFramePr>
          <p:nvPr>
            <p:ph idx="1"/>
            <p:extLst>
              <p:ext uri="{D42A27DB-BD31-4B8C-83A1-F6EECF244321}">
                <p14:modId xmlns:p14="http://schemas.microsoft.com/office/powerpoint/2010/main" val="27774241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graphicFrame>
        <p:nvGraphicFramePr>
          <p:cNvPr id="4" name="Content Placeholder 3">
            <a:extLst>
              <a:ext uri="{FF2B5EF4-FFF2-40B4-BE49-F238E27FC236}">
                <a16:creationId xmlns:a16="http://schemas.microsoft.com/office/drawing/2014/main" id="{40335AA8-D25D-529F-D941-4A06BD5189C9}"/>
              </a:ext>
            </a:extLst>
          </p:cNvPr>
          <p:cNvGraphicFramePr>
            <a:graphicFrameLocks noGrp="1"/>
          </p:cNvGraphicFramePr>
          <p:nvPr>
            <p:ph idx="1"/>
            <p:extLst>
              <p:ext uri="{D42A27DB-BD31-4B8C-83A1-F6EECF244321}">
                <p14:modId xmlns:p14="http://schemas.microsoft.com/office/powerpoint/2010/main" val="939274256"/>
              </p:ext>
            </p:extLst>
          </p:nvPr>
        </p:nvGraphicFramePr>
        <p:xfrm>
          <a:off x="-66870" y="1455576"/>
          <a:ext cx="4200331" cy="31070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469E0A43-AE2E-86F2-31AC-CE139E1AA32F}"/>
              </a:ext>
            </a:extLst>
          </p:cNvPr>
          <p:cNvGraphicFramePr/>
          <p:nvPr>
            <p:extLst>
              <p:ext uri="{D42A27DB-BD31-4B8C-83A1-F6EECF244321}">
                <p14:modId xmlns:p14="http://schemas.microsoft.com/office/powerpoint/2010/main" val="2193272820"/>
              </p:ext>
            </p:extLst>
          </p:nvPr>
        </p:nvGraphicFramePr>
        <p:xfrm>
          <a:off x="405882" y="4272677"/>
          <a:ext cx="6130212" cy="258532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5" name="Picture 4">
            <a:extLst>
              <a:ext uri="{FF2B5EF4-FFF2-40B4-BE49-F238E27FC236}">
                <a16:creationId xmlns:a16="http://schemas.microsoft.com/office/drawing/2014/main" id="{0860339E-7E51-F1C0-E253-F89B7D8CE33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06214" y="1306286"/>
            <a:ext cx="7411616" cy="3610947"/>
          </a:xfrm>
          <a:prstGeom prst="rect">
            <a:avLst/>
          </a:prstGeom>
        </p:spPr>
      </p:pic>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graphicFrame>
        <p:nvGraphicFramePr>
          <p:cNvPr id="4" name="Content Placeholder 3">
            <a:extLst>
              <a:ext uri="{FF2B5EF4-FFF2-40B4-BE49-F238E27FC236}">
                <a16:creationId xmlns:a16="http://schemas.microsoft.com/office/drawing/2014/main" id="{8AEDD108-D274-6DD5-E79F-429181DAFF5A}"/>
              </a:ext>
            </a:extLst>
          </p:cNvPr>
          <p:cNvGraphicFramePr>
            <a:graphicFrameLocks noGrp="1"/>
          </p:cNvGraphicFramePr>
          <p:nvPr>
            <p:ph idx="1"/>
            <p:extLst>
              <p:ext uri="{D42A27DB-BD31-4B8C-83A1-F6EECF244321}">
                <p14:modId xmlns:p14="http://schemas.microsoft.com/office/powerpoint/2010/main" val="2194758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graphicFrame>
        <p:nvGraphicFramePr>
          <p:cNvPr id="4" name="Content Placeholder 3">
            <a:extLst>
              <a:ext uri="{FF2B5EF4-FFF2-40B4-BE49-F238E27FC236}">
                <a16:creationId xmlns:a16="http://schemas.microsoft.com/office/drawing/2014/main" id="{5C80CE13-C6FE-4429-7D9C-303E20149ACF}"/>
              </a:ext>
            </a:extLst>
          </p:cNvPr>
          <p:cNvGraphicFramePr>
            <a:graphicFrameLocks noGrp="1"/>
          </p:cNvGraphicFramePr>
          <p:nvPr>
            <p:ph idx="1"/>
            <p:extLst>
              <p:ext uri="{D42A27DB-BD31-4B8C-83A1-F6EECF244321}">
                <p14:modId xmlns:p14="http://schemas.microsoft.com/office/powerpoint/2010/main" val="317438819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graphicFrame>
        <p:nvGraphicFramePr>
          <p:cNvPr id="6" name="Diagram 5">
            <a:extLst>
              <a:ext uri="{FF2B5EF4-FFF2-40B4-BE49-F238E27FC236}">
                <a16:creationId xmlns:a16="http://schemas.microsoft.com/office/drawing/2014/main" id="{A7CF7AB5-DDD8-F091-DAED-7E9D0F624F93}"/>
              </a:ext>
            </a:extLst>
          </p:cNvPr>
          <p:cNvGraphicFramePr/>
          <p:nvPr>
            <p:extLst>
              <p:ext uri="{D42A27DB-BD31-4B8C-83A1-F6EECF244321}">
                <p14:modId xmlns:p14="http://schemas.microsoft.com/office/powerpoint/2010/main" val="2194295534"/>
              </p:ext>
            </p:extLst>
          </p:nvPr>
        </p:nvGraphicFramePr>
        <p:xfrm>
          <a:off x="558280" y="1296955"/>
          <a:ext cx="4638869" cy="52444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a:extLst>
              <a:ext uri="{FF2B5EF4-FFF2-40B4-BE49-F238E27FC236}">
                <a16:creationId xmlns:a16="http://schemas.microsoft.com/office/drawing/2014/main" id="{90449BC9-1D40-D784-89D0-65B92A93B872}"/>
              </a:ext>
            </a:extLst>
          </p:cNvPr>
          <p:cNvGraphicFramePr/>
          <p:nvPr>
            <p:extLst>
              <p:ext uri="{D42A27DB-BD31-4B8C-83A1-F6EECF244321}">
                <p14:modId xmlns:p14="http://schemas.microsoft.com/office/powerpoint/2010/main" val="3879113938"/>
              </p:ext>
            </p:extLst>
          </p:nvPr>
        </p:nvGraphicFramePr>
        <p:xfrm>
          <a:off x="5745324" y="4273420"/>
          <a:ext cx="6097554" cy="237326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2" name="Diagram 11">
            <a:extLst>
              <a:ext uri="{FF2B5EF4-FFF2-40B4-BE49-F238E27FC236}">
                <a16:creationId xmlns:a16="http://schemas.microsoft.com/office/drawing/2014/main" id="{6E066939-F5F0-BAA0-99A9-F3B7B994C81D}"/>
              </a:ext>
            </a:extLst>
          </p:cNvPr>
          <p:cNvGraphicFramePr/>
          <p:nvPr>
            <p:extLst>
              <p:ext uri="{D42A27DB-BD31-4B8C-83A1-F6EECF244321}">
                <p14:modId xmlns:p14="http://schemas.microsoft.com/office/powerpoint/2010/main" val="3848874621"/>
              </p:ext>
            </p:extLst>
          </p:nvPr>
        </p:nvGraphicFramePr>
        <p:xfrm>
          <a:off x="5850294" y="1017036"/>
          <a:ext cx="5783426" cy="337768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graphicFrame>
        <p:nvGraphicFramePr>
          <p:cNvPr id="4" name="Content Placeholder 3">
            <a:extLst>
              <a:ext uri="{FF2B5EF4-FFF2-40B4-BE49-F238E27FC236}">
                <a16:creationId xmlns:a16="http://schemas.microsoft.com/office/drawing/2014/main" id="{1FAAAFA3-12BF-B448-F6DB-A7CBD978741A}"/>
              </a:ext>
            </a:extLst>
          </p:cNvPr>
          <p:cNvGraphicFramePr>
            <a:graphicFrameLocks noGrp="1"/>
          </p:cNvGraphicFramePr>
          <p:nvPr>
            <p:ph idx="1"/>
            <p:extLst>
              <p:ext uri="{D42A27DB-BD31-4B8C-83A1-F6EECF244321}">
                <p14:modId xmlns:p14="http://schemas.microsoft.com/office/powerpoint/2010/main" val="4137036152"/>
              </p:ext>
            </p:extLst>
          </p:nvPr>
        </p:nvGraphicFramePr>
        <p:xfrm>
          <a:off x="382554" y="1436914"/>
          <a:ext cx="6018246" cy="50559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6D830F82-67DB-1C95-AE62-C14A89CAFE22}"/>
              </a:ext>
            </a:extLst>
          </p:cNvPr>
          <p:cNvGraphicFramePr/>
          <p:nvPr>
            <p:extLst>
              <p:ext uri="{D42A27DB-BD31-4B8C-83A1-F6EECF244321}">
                <p14:modId xmlns:p14="http://schemas.microsoft.com/office/powerpoint/2010/main" val="1829157772"/>
              </p:ext>
            </p:extLst>
          </p:nvPr>
        </p:nvGraphicFramePr>
        <p:xfrm>
          <a:off x="5318449" y="1614196"/>
          <a:ext cx="6873551" cy="48786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graphicFrame>
        <p:nvGraphicFramePr>
          <p:cNvPr id="4" name="Content Placeholder 3">
            <a:extLst>
              <a:ext uri="{FF2B5EF4-FFF2-40B4-BE49-F238E27FC236}">
                <a16:creationId xmlns:a16="http://schemas.microsoft.com/office/drawing/2014/main" id="{6334AD33-FC2F-D181-01F8-EB9967B076A5}"/>
              </a:ext>
            </a:extLst>
          </p:cNvPr>
          <p:cNvGraphicFramePr>
            <a:graphicFrameLocks noGrp="1"/>
          </p:cNvGraphicFramePr>
          <p:nvPr>
            <p:ph idx="1"/>
            <p:extLst>
              <p:ext uri="{D42A27DB-BD31-4B8C-83A1-F6EECF244321}">
                <p14:modId xmlns:p14="http://schemas.microsoft.com/office/powerpoint/2010/main" val="5481110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graphicFrame>
        <p:nvGraphicFramePr>
          <p:cNvPr id="4" name="Content Placeholder 3">
            <a:extLst>
              <a:ext uri="{FF2B5EF4-FFF2-40B4-BE49-F238E27FC236}">
                <a16:creationId xmlns:a16="http://schemas.microsoft.com/office/drawing/2014/main" id="{AEFA38E1-50A8-73BD-20AD-83F86AF57920}"/>
              </a:ext>
            </a:extLst>
          </p:cNvPr>
          <p:cNvGraphicFramePr>
            <a:graphicFrameLocks noGrp="1"/>
          </p:cNvGraphicFramePr>
          <p:nvPr>
            <p:ph idx="1"/>
            <p:extLst>
              <p:ext uri="{D42A27DB-BD31-4B8C-83A1-F6EECF244321}">
                <p14:modId xmlns:p14="http://schemas.microsoft.com/office/powerpoint/2010/main" val="395000302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a:xfrm>
            <a:off x="838200" y="686636"/>
            <a:ext cx="10515600" cy="4351338"/>
          </a:xfrm>
        </p:spPr>
        <p:txBody>
          <a:bodyPr/>
          <a:lstStyle/>
          <a:p>
            <a:pPr marL="0" indent="0">
              <a:spcAft>
                <a:spcPts val="500"/>
              </a:spcAft>
              <a:buSzPct val="100000"/>
              <a:buNone/>
            </a:pPr>
            <a:endParaRPr lang="en-US" sz="28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pPr>
            <a:r>
              <a:rPr lang="en-US" dirty="0">
                <a:solidFill>
                  <a:srgbClr val="63637E"/>
                </a:solidFill>
                <a:latin typeface="Calibri" pitchFamily="34" charset="0"/>
                <a:ea typeface="Calibri" pitchFamily="34" charset="-122"/>
                <a:cs typeface="Calibri" pitchFamily="34" charset="-120"/>
              </a:rPr>
              <a:t>Demo video – </a:t>
            </a:r>
            <a:r>
              <a:rPr lang="en-IN" dirty="0">
                <a:hlinkClick r:id="rId2"/>
              </a:rPr>
              <a:t>https://drive.google.com/file/d/1l9v6KPA7RoTcdm5nBBgkUKpcvDj8vmtR/view?usp=drivesdk</a:t>
            </a:r>
            <a:endParaRPr lang="en-US"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pPr>
            <a:r>
              <a:rPr lang="en-US" dirty="0">
                <a:solidFill>
                  <a:srgbClr val="63637E"/>
                </a:solidFill>
                <a:latin typeface="Calibri" pitchFamily="34" charset="0"/>
                <a:ea typeface="Calibri" pitchFamily="34" charset="-122"/>
                <a:cs typeface="Calibri" pitchFamily="34" charset="-120"/>
              </a:rPr>
              <a:t>GitHub Link - </a:t>
            </a:r>
            <a:r>
              <a:rPr lang="en-IN" dirty="0">
                <a:hlinkClick r:id="rId3"/>
              </a:rPr>
              <a:t>https://github.com/imAakas-h/TROUBLEWISE-AI</a:t>
            </a:r>
            <a:endParaRPr lang="en-IN" dirty="0"/>
          </a:p>
          <a:p>
            <a:pPr marL="177800" indent="-177800">
              <a:spcAft>
                <a:spcPts val="500"/>
              </a:spcAft>
              <a:buSzPct val="100000"/>
            </a:pPr>
            <a:r>
              <a:rPr lang="en-US" dirty="0" err="1">
                <a:solidFill>
                  <a:schemeClr val="tx1">
                    <a:lumMod val="50000"/>
                    <a:lumOff val="50000"/>
                  </a:schemeClr>
                </a:solidFill>
              </a:rPr>
              <a:t>LangAI_Disclosure</a:t>
            </a:r>
            <a:r>
              <a:rPr lang="en-US" dirty="0" err="1">
                <a:solidFill>
                  <a:schemeClr val="accent1"/>
                </a:solidFill>
              </a:rPr>
              <a:t>:https</a:t>
            </a:r>
            <a:r>
              <a:rPr lang="en-US" dirty="0">
                <a:solidFill>
                  <a:schemeClr val="accent1"/>
                </a:solidFill>
              </a:rPr>
              <a:t>://docs.google.com/document/d/1PJjLEDijBzu7WrAmaPgfZ_6kCTvPw1qo/edit?usp=sharing&amp;ouid=109958161132401601635&amp;rtpof=true&amp;sd=true</a:t>
            </a:r>
            <a:endParaRPr lang="en-US" sz="2800" dirty="0">
              <a:solidFill>
                <a:schemeClr val="accent1"/>
              </a:solidFill>
            </a:endParaRPr>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210</TotalTime>
  <Words>1297</Words>
  <Application>Microsoft Office PowerPoint</Application>
  <PresentationFormat>Widescreen</PresentationFormat>
  <Paragraphs>158</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pallavi singh</cp:lastModifiedBy>
  <cp:revision>31</cp:revision>
  <dcterms:created xsi:type="dcterms:W3CDTF">2026-09-07T12:01:01Z</dcterms:created>
  <dcterms:modified xsi:type="dcterms:W3CDTF">2026-09-30T12:03:13Z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